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49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95554-7CEF-C125-330D-21BC25BDA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2CDD82-9D8E-D7F9-8E98-4C721B8DC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7C14C2-FCA2-8927-076C-F62E5AF13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14.04.2026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148D90-461F-0AD4-BD8F-47FE8DFE8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FA1C39-108A-A731-1B74-844AF0EC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59652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11B3B7-B165-6FF2-16BE-EA6FAD58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4C0F54-B5E9-3AB2-EB8F-E92462CC3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D24193-3B2E-04FF-4734-AA9918D8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14.04.2026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A3BE9E-B6A3-B30F-FFD3-AAFF98436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A803F9-1E87-E8A4-388F-0110949E4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73755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55AE26-CB62-DB1B-6572-9DBCB3526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E4C988-A4A1-4FE2-0A36-F2308F756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53CE47-9A28-7222-00CC-CA48C6957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14.04.2026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575E87-FD9B-72D2-23D6-74014590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D8FE94-F7B8-D5C5-9F89-0948D1F3A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87524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2A60F6-CA60-5697-ABCE-B96C0584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C2CCBF-769C-5DC6-676C-95F9C6D0A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821E53-819D-5276-76F3-0EA96869D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AD254E-7301-EF6D-24D7-4D88B0A8D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14.04.2026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4E31F3F-597E-963E-1455-FA49BA19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AEE992-2C32-C725-9C9D-235F9737A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1069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2CAAE-0A95-442C-4A28-6F1351FB4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9EBB46-8D80-A8C2-B2DA-039FBF2C2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157CF1-E4CD-0525-2C4D-6D060251D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E9F136C-FD79-9D33-06B0-E6CDFC8B7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3CF46DD-B2BE-86F5-C138-43EA54296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D6FE579-D462-7414-CCFE-223A2802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14.04.2026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1E839FF-0CBC-14A1-5803-D17686BF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36BB022-C441-2670-ECF4-E2778523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63656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7DB531-DB7E-7B14-1FE8-EAFD669F2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121172-B237-3F2C-8B74-1FD76249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14.04.2026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1A06121-FF2D-86B5-764E-D0A40F51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F2AA55-396B-B020-A2E9-757E7B1C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92700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BC7B6F-ADA4-2923-B606-EFC74A450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14.04.2026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2984419-3960-0462-F0EF-503E76636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0FC70E-DAAA-76E4-A4FC-3F6AFE460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12832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8ACE3D-8DB0-9BC8-CA30-F49FB773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CB285E-81F9-D31C-EADB-8B1FB8F7E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0E0D5E-4C07-5540-A2BD-BCB9A4C9F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7A56AE-F6CF-ED32-8116-5B5B491B5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14.04.2026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C088EB-C04C-0756-6584-208343B2F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30E936-C1D6-2D8D-1EB2-AA586140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9029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3BDB9-5151-DF04-926B-B279B4CA3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7928B7-016A-E20A-3A20-53F0BFF83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C5905C-D67D-BDEC-BF2D-6CA5BA5FE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E4B4D1-F59B-E60B-AD99-2BCC473A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14.04.2026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C61FD8-5A23-4113-89A6-300920516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2595F6-39E4-4C17-3A03-01748ADD0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7234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56C5DE-2D12-EA4A-BEE4-8605A9940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A9A583-7751-5B8A-BEDB-C65537BD9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F3D317-A8B2-BB51-51F3-0B900CA7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14.04.2026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9EBCEE-4292-2CD1-9A04-C6C94C34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AB6F8-5725-4FB7-45AC-B5D89545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30696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9FA1C69-B224-B22A-D577-C2FD9CE2F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AA4E383-E913-52F9-E8AF-2B0A7C839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19A5F0-377B-BCAB-B91E-6DC5C136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8B84-4C74-46B6-BCE3-7481A539CFFB}" type="datetimeFigureOut">
              <a:rPr lang="de-AT" smtClean="0"/>
              <a:t>14.04.2026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7DCED1-A571-43DA-BDEA-D01935E6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237A02-967B-827B-DC8F-E4A41705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0298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348838-D62E-2F92-1581-6F1184FE4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BCE3D7-1106-73F6-AE57-543143774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18C573-A54E-4CFE-B8AC-BE0C6D449A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28B84-4C74-46B6-BCE3-7481A539CFFB}" type="datetimeFigureOut">
              <a:rPr lang="de-AT" smtClean="0"/>
              <a:t>14.04.2026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08A0E2-423E-9256-8094-3553BB9984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4E522C-02A5-C505-31CE-E7299151D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D68C6-C72A-49FF-8A4F-681FAD77E04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50902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9A34B47-84EF-409D-C152-46E8E0172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996" y="3920169"/>
            <a:ext cx="333375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3E84BE2F-C43D-43D9-A96D-152600326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036" name="Color">
              <a:extLst>
                <a:ext uri="{FF2B5EF4-FFF2-40B4-BE49-F238E27FC236}">
                  <a16:creationId xmlns:a16="http://schemas.microsoft.com/office/drawing/2014/main" id="{E7400609-3385-4926-AD61-85A199F07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7" name="Color">
              <a:extLst>
                <a:ext uri="{FF2B5EF4-FFF2-40B4-BE49-F238E27FC236}">
                  <a16:creationId xmlns:a16="http://schemas.microsoft.com/office/drawing/2014/main" id="{9E9E1A20-C3CA-40B4-8D3A-3EAC12D69A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6" name="Picture 2" descr="TUWien logo">
            <a:extLst>
              <a:ext uri="{FF2B5EF4-FFF2-40B4-BE49-F238E27FC236}">
                <a16:creationId xmlns:a16="http://schemas.microsoft.com/office/drawing/2014/main" id="{421A2D85-5607-F903-3AFA-F03A97EC8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8885" y="509772"/>
            <a:ext cx="1175559" cy="1175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9C8683B-FE34-26B8-A126-202F393292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1" t="21136" r="17656" b="19268"/>
          <a:stretch>
            <a:fillRect/>
          </a:stretch>
        </p:blipFill>
        <p:spPr>
          <a:xfrm>
            <a:off x="7296035" y="960323"/>
            <a:ext cx="4145711" cy="2773424"/>
          </a:xfrm>
          <a:prstGeom prst="rect">
            <a:avLst/>
          </a:prstGeom>
        </p:spPr>
      </p:pic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72C7E1B7-AD7A-8124-DC87-016AA2029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44" y="854487"/>
            <a:ext cx="4879001" cy="2056468"/>
          </a:xfrm>
        </p:spPr>
        <p:txBody>
          <a:bodyPr anchor="b">
            <a:normAutofit/>
          </a:bodyPr>
          <a:lstStyle/>
          <a:p>
            <a:pPr algn="l"/>
            <a:r>
              <a:rPr lang="de-AT" sz="4800" dirty="0">
                <a:solidFill>
                  <a:schemeClr val="bg1"/>
                </a:solidFill>
              </a:rPr>
              <a:t>Stepper Motor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7EFEE9-C431-633D-1A45-316386E1D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644" y="3051222"/>
            <a:ext cx="4879001" cy="2495085"/>
          </a:xfrm>
        </p:spPr>
        <p:txBody>
          <a:bodyPr anchor="t">
            <a:normAutofit/>
          </a:bodyPr>
          <a:lstStyle/>
          <a:p>
            <a:pPr algn="l"/>
            <a:r>
              <a:rPr lang="de-AT" sz="2000" b="1" dirty="0">
                <a:solidFill>
                  <a:schemeClr val="bg1"/>
                </a:solidFill>
              </a:rPr>
              <a:t>Fachvertiefung Mechatronik &amp; Instrumentierung</a:t>
            </a:r>
          </a:p>
          <a:p>
            <a:pPr algn="l"/>
            <a:r>
              <a:rPr lang="de-AT" sz="2000" b="1" dirty="0">
                <a:solidFill>
                  <a:schemeClr val="bg1"/>
                </a:solidFill>
              </a:rPr>
              <a:t>369.013 SS2026</a:t>
            </a:r>
          </a:p>
          <a:p>
            <a:pPr algn="l"/>
            <a:endParaRPr lang="de-AT" sz="2000" b="1" dirty="0">
              <a:solidFill>
                <a:schemeClr val="bg1"/>
              </a:solidFill>
            </a:endParaRPr>
          </a:p>
          <a:p>
            <a:pPr algn="l"/>
            <a:r>
              <a:rPr lang="de-AT" sz="2000" dirty="0">
                <a:solidFill>
                  <a:schemeClr val="bg1"/>
                </a:solidFill>
              </a:rPr>
              <a:t>Darko </a:t>
            </a:r>
            <a:r>
              <a:rPr lang="de-AT" sz="2000" dirty="0" err="1">
                <a:solidFill>
                  <a:schemeClr val="bg1"/>
                </a:solidFill>
              </a:rPr>
              <a:t>Maletic</a:t>
            </a:r>
            <a:br>
              <a:rPr lang="de-AT" sz="2000" dirty="0">
                <a:solidFill>
                  <a:schemeClr val="bg1"/>
                </a:solidFill>
              </a:rPr>
            </a:br>
            <a:r>
              <a:rPr lang="de-AT" sz="2000" dirty="0">
                <a:solidFill>
                  <a:schemeClr val="bg1"/>
                </a:solidFill>
              </a:rPr>
              <a:t>Anton </a:t>
            </a:r>
            <a:r>
              <a:rPr lang="de-AT" sz="2000" dirty="0" err="1">
                <a:solidFill>
                  <a:schemeClr val="bg1"/>
                </a:solidFill>
              </a:rPr>
              <a:t>Krusenotto</a:t>
            </a:r>
            <a:br>
              <a:rPr lang="de-AT" sz="2000" dirty="0">
                <a:solidFill>
                  <a:schemeClr val="bg1"/>
                </a:solidFill>
              </a:rPr>
            </a:br>
            <a:r>
              <a:rPr lang="de-AT" sz="2000" dirty="0">
                <a:solidFill>
                  <a:schemeClr val="bg1"/>
                </a:solidFill>
              </a:rPr>
              <a:t>Heinrich Fuhrmann</a:t>
            </a:r>
          </a:p>
        </p:txBody>
      </p:sp>
    </p:spTree>
    <p:extLst>
      <p:ext uri="{BB962C8B-B14F-4D97-AF65-F5344CB8AC3E}">
        <p14:creationId xmlns:p14="http://schemas.microsoft.com/office/powerpoint/2010/main" val="894945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4D4DC-719E-1DF0-3EAD-FAA15743E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4A85385B-25D8-907C-90FF-E44FCA2F25A1}"/>
              </a:ext>
            </a:extLst>
          </p:cNvPr>
          <p:cNvSpPr/>
          <p:nvPr/>
        </p:nvSpPr>
        <p:spPr>
          <a:xfrm>
            <a:off x="5606321" y="1378380"/>
            <a:ext cx="6158959" cy="4182591"/>
          </a:xfrm>
          <a:prstGeom prst="rect">
            <a:avLst/>
          </a:prstGeom>
          <a:solidFill>
            <a:schemeClr val="tx2">
              <a:lumMod val="90000"/>
              <a:lumOff val="10000"/>
              <a:alpha val="23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7ECF1D-29E2-5570-A8CD-5879ECD0B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326" y="229833"/>
            <a:ext cx="10515600" cy="1148547"/>
          </a:xfrm>
        </p:spPr>
        <p:txBody>
          <a:bodyPr>
            <a:normAutofit/>
          </a:bodyPr>
          <a:lstStyle/>
          <a:p>
            <a:r>
              <a:rPr lang="de-AT" sz="3200" dirty="0"/>
              <a:t>Funktion im Drucker</a:t>
            </a:r>
          </a:p>
        </p:txBody>
      </p:sp>
      <p:sp>
        <p:nvSpPr>
          <p:cNvPr id="20" name="Inhaltsplatzhalter 19">
            <a:extLst>
              <a:ext uri="{FF2B5EF4-FFF2-40B4-BE49-F238E27FC236}">
                <a16:creationId xmlns:a16="http://schemas.microsoft.com/office/drawing/2014/main" id="{22A50CFB-7276-D425-6062-BF5846DD1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131" y="2347486"/>
            <a:ext cx="4897190" cy="3291840"/>
          </a:xfrm>
        </p:spPr>
        <p:txBody>
          <a:bodyPr numCol="1">
            <a:normAutofit/>
          </a:bodyPr>
          <a:lstStyle/>
          <a:p>
            <a:r>
              <a:rPr lang="de-AT" sz="2400" dirty="0"/>
              <a:t>Motor für Papiertransport</a:t>
            </a:r>
          </a:p>
          <a:p>
            <a:endParaRPr lang="de-AT" sz="2400" dirty="0"/>
          </a:p>
          <a:p>
            <a:r>
              <a:rPr lang="de-AT" sz="2400" dirty="0"/>
              <a:t>Anforderungen:</a:t>
            </a:r>
          </a:p>
          <a:p>
            <a:pPr lvl="1"/>
            <a:r>
              <a:rPr lang="de-AT" sz="2000" dirty="0"/>
              <a:t>300 DPI </a:t>
            </a:r>
            <a:r>
              <a:rPr lang="de-AT" sz="2000" dirty="0">
                <a:sym typeface="Wingdings" panose="05000000000000000000" pitchFamily="2" charset="2"/>
              </a:rPr>
              <a:t> 0.085 </a:t>
            </a:r>
            <a:r>
              <a:rPr lang="de-AT" sz="2000" dirty="0"/>
              <a:t>mm Auflösung</a:t>
            </a:r>
          </a:p>
          <a:p>
            <a:pPr lvl="1"/>
            <a:r>
              <a:rPr lang="de-AT" sz="2000" dirty="0"/>
              <a:t>Kontinuierliche Bewegung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03419EB-599E-C798-1833-24C28449E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541" y="1603458"/>
            <a:ext cx="5749911" cy="1021793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FA3F1020-5D23-BDDA-022D-21E113DE83DC}"/>
              </a:ext>
            </a:extLst>
          </p:cNvPr>
          <p:cNvSpPr/>
          <p:nvPr/>
        </p:nvSpPr>
        <p:spPr>
          <a:xfrm>
            <a:off x="6043201" y="2142905"/>
            <a:ext cx="848360" cy="393151"/>
          </a:xfrm>
          <a:prstGeom prst="rect">
            <a:avLst/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D3E3AB3-E22D-C80D-6ECE-1A6610C92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286" y="2983580"/>
            <a:ext cx="3008166" cy="225612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10AEEF6-8A48-EC2A-E233-9E6FFCC9F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80000"/>
                    </a14:imgEffect>
                    <a14:imgEffect>
                      <a14:brightnessContrast contras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541" y="2983580"/>
            <a:ext cx="2381135" cy="225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D0446801-424B-E8D9-EF94-B697D2EF83D7}"/>
              </a:ext>
            </a:extLst>
          </p:cNvPr>
          <p:cNvSpPr/>
          <p:nvPr/>
        </p:nvSpPr>
        <p:spPr>
          <a:xfrm>
            <a:off x="7548304" y="2617099"/>
            <a:ext cx="4043680" cy="4076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AT" sz="1600" i="1" dirty="0">
                <a:solidFill>
                  <a:schemeClr val="tx1"/>
                </a:solidFill>
              </a:rPr>
              <a:t>Auszug Datenblatt </a:t>
            </a:r>
            <a:r>
              <a:rPr lang="de-AT" sz="1600" i="1" dirty="0" err="1">
                <a:solidFill>
                  <a:schemeClr val="tx1"/>
                </a:solidFill>
              </a:rPr>
              <a:t>Mitsumi</a:t>
            </a:r>
            <a:r>
              <a:rPr lang="de-AT" sz="1600" i="1" dirty="0">
                <a:solidFill>
                  <a:schemeClr val="tx1"/>
                </a:solidFill>
              </a:rPr>
              <a:t> M42SP-7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60D966C-7F58-8A9A-44CA-FB6135C6D45A}"/>
              </a:ext>
            </a:extLst>
          </p:cNvPr>
          <p:cNvSpPr/>
          <p:nvPr/>
        </p:nvSpPr>
        <p:spPr>
          <a:xfrm>
            <a:off x="8442959" y="5198220"/>
            <a:ext cx="3243039" cy="4411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AT" sz="1600" i="1" dirty="0">
                <a:solidFill>
                  <a:schemeClr val="tx1"/>
                </a:solidFill>
              </a:rPr>
              <a:t>Laserdrucker Brother FAX-8360P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BE78415-AAEE-99C0-C58E-9CD92413BAEB}"/>
              </a:ext>
            </a:extLst>
          </p:cNvPr>
          <p:cNvSpPr/>
          <p:nvPr/>
        </p:nvSpPr>
        <p:spPr>
          <a:xfrm>
            <a:off x="5819541" y="5198220"/>
            <a:ext cx="2436170" cy="362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AT" sz="1600" i="1" dirty="0">
                <a:solidFill>
                  <a:schemeClr val="tx1"/>
                </a:solidFill>
              </a:rPr>
              <a:t>Laserdrucker Schema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CAC5218-DC25-0459-6C71-6CB76AC677A6}"/>
              </a:ext>
            </a:extLst>
          </p:cNvPr>
          <p:cNvSpPr/>
          <p:nvPr/>
        </p:nvSpPr>
        <p:spPr>
          <a:xfrm>
            <a:off x="8963119" y="3521259"/>
            <a:ext cx="1402080" cy="1402080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ECB1E08-2B9A-0BB3-8536-6C07E8470AFD}"/>
              </a:ext>
            </a:extLst>
          </p:cNvPr>
          <p:cNvSpPr/>
          <p:nvPr/>
        </p:nvSpPr>
        <p:spPr>
          <a:xfrm>
            <a:off x="8442959" y="2950932"/>
            <a:ext cx="426720" cy="4267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AT" sz="2800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5976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BF3E04-FF1A-25E9-85A3-65D9C2417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5174FC49-FA0B-CB63-778B-1CC2AD2F0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51" y="1512253"/>
            <a:ext cx="10622949" cy="4958039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726FD6BF-49E0-EE0C-B982-2ABF254A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AT" sz="3200" dirty="0"/>
              <a:t>Betriebsparameter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8FCA212-6A8A-F2E5-C391-A4172A6ACD38}"/>
              </a:ext>
            </a:extLst>
          </p:cNvPr>
          <p:cNvSpPr/>
          <p:nvPr/>
        </p:nvSpPr>
        <p:spPr>
          <a:xfrm>
            <a:off x="7671469" y="6419492"/>
            <a:ext cx="4043680" cy="758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AT" sz="1600" i="1" dirty="0">
                <a:solidFill>
                  <a:schemeClr val="tx1"/>
                </a:solidFill>
              </a:rPr>
              <a:t>Auszug Datenblatt </a:t>
            </a:r>
            <a:r>
              <a:rPr lang="de-AT" sz="1600" i="1" dirty="0" err="1">
                <a:solidFill>
                  <a:schemeClr val="tx1"/>
                </a:solidFill>
              </a:rPr>
              <a:t>Mitsumi</a:t>
            </a:r>
            <a:r>
              <a:rPr lang="de-AT" sz="1600" i="1" dirty="0">
                <a:solidFill>
                  <a:schemeClr val="tx1"/>
                </a:solidFill>
              </a:rPr>
              <a:t> M42SP-7</a:t>
            </a:r>
          </a:p>
        </p:txBody>
      </p:sp>
    </p:spTree>
    <p:extLst>
      <p:ext uri="{BB962C8B-B14F-4D97-AF65-F5344CB8AC3E}">
        <p14:creationId xmlns:p14="http://schemas.microsoft.com/office/powerpoint/2010/main" val="84974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037184-14C5-FF1A-ED78-0898A5E84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3200" dirty="0"/>
              <a:t>Grundlegende Steuerung (2-2 Phasenanregung)</a:t>
            </a:r>
            <a:endParaRPr lang="de-AT" sz="3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1B8B0B-F49F-8927-242A-0F904426C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endParaRPr lang="de-AT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ECCE749-8086-37C1-0E76-E8FDA3E21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760" y="1914635"/>
            <a:ext cx="4555399" cy="348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17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151A45-DC40-8362-D7C0-2C77F0AA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3200" dirty="0" err="1"/>
              <a:t>Microstepping</a:t>
            </a:r>
            <a:endParaRPr lang="de-AT" sz="32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31DD20-ECC8-017E-D5D3-094E99312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23044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Breitbild</PresentationFormat>
  <Paragraphs>19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</vt:lpstr>
      <vt:lpstr>Stepper Motor</vt:lpstr>
      <vt:lpstr>Funktion im Drucker</vt:lpstr>
      <vt:lpstr>Betriebsparameter</vt:lpstr>
      <vt:lpstr>Grundlegende Steuerung (2-2 Phasenanregung)</vt:lpstr>
      <vt:lpstr>Microstepping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Heinrich Fuhrmann</dc:creator>
  <cp:lastModifiedBy>Heinrich Fuhrmann</cp:lastModifiedBy>
  <cp:revision>2</cp:revision>
  <dcterms:created xsi:type="dcterms:W3CDTF">2026-04-14T11:53:01Z</dcterms:created>
  <dcterms:modified xsi:type="dcterms:W3CDTF">2026-04-14T13:15:42Z</dcterms:modified>
</cp:coreProperties>
</file>