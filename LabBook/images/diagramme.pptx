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264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698E9B-C41C-063C-5BFB-42E37ACE85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5F7859A-AE28-A291-1788-E6BD3E6AA1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5F02A6F-1B21-1050-8C47-6718627872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F2F8AB6-AFD2-A0FF-066F-7E8C81F5D6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5AD83EF-ACB5-430F-39C4-25463130D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445623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EA1AC5-4B54-8FAF-9B7D-010E65C3F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7903C8-7D40-3076-033B-CD7CFF13C8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F30F3C1-564F-1BD7-41F1-EC1BB61B7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CF36073-B92A-133C-EFAA-AF081E768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E6F58C3-3573-18FF-235C-98C20B15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51188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E0FB322-82A9-2276-C81E-06739122D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70538D-1D19-379E-F078-8C2B4BFB86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8ACE018-A764-C890-D621-8A2A99FBC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7DA6A6-1E5B-9D44-3AE7-4B2A4EBE6B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479558-EE4C-E8C3-4043-0A46D44C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89684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1B5A51-B887-229F-C025-C440CFF89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FFC495-3A1D-6CAD-42F6-48AD2F6BA6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849F891-34B5-1684-B353-751F11EF4F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0AE17B-0142-D052-1407-261A6D06C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AEDDF8E-0190-0F80-84CE-DD9720C59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D4205AC-9647-58D8-737B-362C67AD1B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1351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D23DF-1FCD-2F6D-292D-B0F6F6D27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0888972-4356-1BF3-EF7C-92432074D4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1F41C01-5BEE-9C59-380B-36486599D9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1BDE92-ADFB-FC22-46E5-EC11230894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E1309B8-CE42-FCFA-A2D2-4AAB0C6441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50802EA-7235-97CF-4AF6-0A57D101A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5EF9B3E-E902-0880-D2DB-1CD89FCD8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6AF6C68-6B3E-F469-A2C8-557CD3AF1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11543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A161A-3CE2-C1A5-1F56-429F87C32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F66FC1A-51CD-561D-69FC-CB5184B2B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B50F9E3-5FEA-48C9-6F0F-25D2D73D1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B50E5D0-D083-3EDC-9A0E-2B44CE18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7973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E0040B5-6269-BAFB-954D-F70EBBDFD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44B4332-D5FB-0C0C-9FD8-655D24AD7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6F2F236-C23E-BBA1-C45C-64278F366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71562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08DAE3-7026-AEEC-3208-385762BA7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D76CFA-2AC4-37D5-7BF9-BFAA816FEC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41F846-3CB3-D36C-73BC-4D85419CD9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13BD5A4-2E7D-A655-92CB-A8919E1088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8CC65C-2E76-481A-23B8-D102AC650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4018385-9BF7-0CA2-B024-BC75F066C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2625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9A29B0-01F7-C4A6-447A-DBCF68D4C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CBE9C89-BE82-7077-0C54-2FB20028C6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FB6B0A2-4565-DC6F-366B-5A1AF32D80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687E051-BEC9-95E1-55AB-9B2A94003F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7A9601C-155E-BC03-A4EF-55981AFE90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32F1D1B-3A58-E71F-3D7D-846F9A521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6633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8D5722-0025-BA11-5F30-EF4ABBC46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0F478CD-7B8B-B805-C7BE-47C38F5228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6C500B6-7E6A-B2A6-898F-A306272B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CCB84F-712C-FDDA-2880-50F69F37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48CBEF-0C80-0393-34D9-FB527B1D7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14815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35CD63C-AC03-5C0F-1873-68604E746A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C0FE07B-48C6-6C79-C894-A2098A339C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998FBB-7AF6-871C-0F2A-CEF0BEEA0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0ECFB3D-A55C-2690-4ED0-62B1686F3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8C1DC0-4B7B-D715-BD37-8187C50A0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996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D0ECA586-5A54-1578-9125-8D93FE3EC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CFF8FC8-A9FB-57E3-118B-70FD48689C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CCF4645-BB06-DFFC-CA0F-395CC1C55E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51E1E4-3A38-47F6-9719-E931542195E7}" type="datetimeFigureOut">
              <a:rPr lang="de-DE" smtClean="0"/>
              <a:t>25.03.2026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F6EFCAE-BB73-CFD5-F796-E0B032CEA9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69837C-1A99-AA14-0969-0CD300DD2D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97F928-1DAA-4360-9955-5084B0A163E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336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4E035A84-4E75-88F8-8C07-888534B73079}"/>
              </a:ext>
            </a:extLst>
          </p:cNvPr>
          <p:cNvSpPr/>
          <p:nvPr/>
        </p:nvSpPr>
        <p:spPr>
          <a:xfrm>
            <a:off x="7077521" y="1024362"/>
            <a:ext cx="200557" cy="6518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2FD2121F-BB97-9EE6-DFAD-EA3E75A07246}"/>
                  </a:ext>
                </a:extLst>
              </p:cNvPr>
              <p:cNvSpPr/>
              <p:nvPr/>
            </p:nvSpPr>
            <p:spPr>
              <a:xfrm>
                <a:off x="7334105" y="1874544"/>
                <a:ext cx="805759" cy="65185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𝑉𝐶𝐴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2FD2121F-BB97-9EE6-DFAD-EA3E75A072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4105" y="1874544"/>
                <a:ext cx="805759" cy="65185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3FA675CB-B51E-B285-7F38-5969B958B967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4928985" y="631678"/>
            <a:ext cx="2248815" cy="392684"/>
          </a:xfrm>
          <a:prstGeom prst="bentConnector2">
            <a:avLst/>
          </a:prstGeom>
          <a:ln>
            <a:head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F0568D0-2956-4A39-4C68-97CFC96002F3}"/>
              </a:ext>
            </a:extLst>
          </p:cNvPr>
          <p:cNvCxnSpPr>
            <a:cxnSpLocks/>
          </p:cNvCxnSpPr>
          <p:nvPr/>
        </p:nvCxnSpPr>
        <p:spPr>
          <a:xfrm>
            <a:off x="6944008" y="3313568"/>
            <a:ext cx="0" cy="488887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CBCB56F-D26A-3338-EA77-E6E5FBB382EF}"/>
              </a:ext>
            </a:extLst>
          </p:cNvPr>
          <p:cNvCxnSpPr>
            <a:cxnSpLocks/>
          </p:cNvCxnSpPr>
          <p:nvPr/>
        </p:nvCxnSpPr>
        <p:spPr>
          <a:xfrm>
            <a:off x="7017033" y="3313567"/>
            <a:ext cx="0" cy="13765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CEB6AA72-F746-828A-D90A-ECB709FCB99B}"/>
              </a:ext>
            </a:extLst>
          </p:cNvPr>
          <p:cNvCxnSpPr>
            <a:cxnSpLocks/>
          </p:cNvCxnSpPr>
          <p:nvPr/>
        </p:nvCxnSpPr>
        <p:spPr>
          <a:xfrm>
            <a:off x="7017033" y="3493378"/>
            <a:ext cx="0" cy="13765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B35946A7-5066-B73D-E2BA-2996636ACA3F}"/>
              </a:ext>
            </a:extLst>
          </p:cNvPr>
          <p:cNvCxnSpPr>
            <a:cxnSpLocks/>
          </p:cNvCxnSpPr>
          <p:nvPr/>
        </p:nvCxnSpPr>
        <p:spPr>
          <a:xfrm>
            <a:off x="7017033" y="3664797"/>
            <a:ext cx="0" cy="137658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99F2E2B-142C-CC22-A91B-3D8A7A40B604}"/>
              </a:ext>
            </a:extLst>
          </p:cNvPr>
          <p:cNvCxnSpPr/>
          <p:nvPr/>
        </p:nvCxnSpPr>
        <p:spPr>
          <a:xfrm>
            <a:off x="7017033" y="3382396"/>
            <a:ext cx="16005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EB835413-9FB6-33E2-409E-83F4B55DFABE}"/>
              </a:ext>
            </a:extLst>
          </p:cNvPr>
          <p:cNvCxnSpPr/>
          <p:nvPr/>
        </p:nvCxnSpPr>
        <p:spPr>
          <a:xfrm>
            <a:off x="7017033" y="3733626"/>
            <a:ext cx="16005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00D85C23-CCCF-CF1E-89C5-9DCD75F6E3D0}"/>
              </a:ext>
            </a:extLst>
          </p:cNvPr>
          <p:cNvCxnSpPr>
            <a:cxnSpLocks/>
            <a:endCxn id="4" idx="2"/>
          </p:cNvCxnSpPr>
          <p:nvPr/>
        </p:nvCxnSpPr>
        <p:spPr>
          <a:xfrm flipH="1" flipV="1">
            <a:off x="7177800" y="1676212"/>
            <a:ext cx="0" cy="169503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DEA2408-F19B-5326-33F5-79DB9578C047}"/>
              </a:ext>
            </a:extLst>
          </p:cNvPr>
          <p:cNvCxnSpPr>
            <a:cxnSpLocks/>
          </p:cNvCxnSpPr>
          <p:nvPr/>
        </p:nvCxnSpPr>
        <p:spPr>
          <a:xfrm flipV="1">
            <a:off x="7177087" y="3733626"/>
            <a:ext cx="0" cy="102849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971F4E3E-4B2A-5FC1-4E44-81DD555F29A6}"/>
              </a:ext>
            </a:extLst>
          </p:cNvPr>
          <p:cNvCxnSpPr/>
          <p:nvPr/>
        </p:nvCxnSpPr>
        <p:spPr>
          <a:xfrm flipH="1">
            <a:off x="4913745" y="3558011"/>
            <a:ext cx="2030263" cy="0"/>
          </a:xfrm>
          <a:prstGeom prst="line">
            <a:avLst/>
          </a:prstGeom>
          <a:ln>
            <a:headEnd type="none"/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Verbinder: gewinkelt 30">
            <a:extLst>
              <a:ext uri="{FF2B5EF4-FFF2-40B4-BE49-F238E27FC236}">
                <a16:creationId xmlns:a16="http://schemas.microsoft.com/office/drawing/2014/main" id="{E266DD75-527A-304A-E77B-362D489942AB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26255" y="1273895"/>
            <a:ext cx="2093050" cy="808614"/>
          </a:xfrm>
          <a:prstGeom prst="bentConnector3">
            <a:avLst>
              <a:gd name="adj1" fmla="val -133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Gleichschenkliges Dreieck 32">
            <a:extLst>
              <a:ext uri="{FF2B5EF4-FFF2-40B4-BE49-F238E27FC236}">
                <a16:creationId xmlns:a16="http://schemas.microsoft.com/office/drawing/2014/main" id="{8BFB22E7-0AD6-1FCD-ACD4-B5DBADDD118C}"/>
              </a:ext>
            </a:extLst>
          </p:cNvPr>
          <p:cNvSpPr/>
          <p:nvPr/>
        </p:nvSpPr>
        <p:spPr>
          <a:xfrm>
            <a:off x="6225308" y="1611798"/>
            <a:ext cx="295564" cy="295562"/>
          </a:xfrm>
          <a:prstGeom prst="triangle">
            <a:avLst/>
          </a:prstGeom>
          <a:noFill/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56D45981-4BB9-ADC2-5E79-AD9717F9441B}"/>
              </a:ext>
            </a:extLst>
          </p:cNvPr>
          <p:cNvCxnSpPr/>
          <p:nvPr/>
        </p:nvCxnSpPr>
        <p:spPr>
          <a:xfrm flipH="1">
            <a:off x="6216073" y="1610591"/>
            <a:ext cx="304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Verbinder: gewinkelt 36">
            <a:extLst>
              <a:ext uri="{FF2B5EF4-FFF2-40B4-BE49-F238E27FC236}">
                <a16:creationId xmlns:a16="http://schemas.microsoft.com/office/drawing/2014/main" id="{E8D77D71-44A6-5515-AD90-13AC30C356DC}"/>
              </a:ext>
            </a:extLst>
          </p:cNvPr>
          <p:cNvCxnSpPr>
            <a:cxnSpLocks/>
          </p:cNvCxnSpPr>
          <p:nvPr/>
        </p:nvCxnSpPr>
        <p:spPr>
          <a:xfrm rot="5400000">
            <a:off x="6999455" y="3380380"/>
            <a:ext cx="195212" cy="160053"/>
          </a:xfrm>
          <a:prstGeom prst="bentConnector3">
            <a:avLst>
              <a:gd name="adj1" fmla="val 10042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Gerader Verbinder 42">
            <a:extLst>
              <a:ext uri="{FF2B5EF4-FFF2-40B4-BE49-F238E27FC236}">
                <a16:creationId xmlns:a16="http://schemas.microsoft.com/office/drawing/2014/main" id="{31154FF8-4AF6-E17A-06CE-F7182A5B77BA}"/>
              </a:ext>
            </a:extLst>
          </p:cNvPr>
          <p:cNvCxnSpPr/>
          <p:nvPr/>
        </p:nvCxnSpPr>
        <p:spPr>
          <a:xfrm flipH="1">
            <a:off x="4928539" y="4762121"/>
            <a:ext cx="2248548" cy="0"/>
          </a:xfrm>
          <a:prstGeom prst="line">
            <a:avLst/>
          </a:prstGeom>
          <a:ln>
            <a:tailEnd type="oval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F0114C88-E1F4-910A-EC9F-EB8401FB94CE}"/>
              </a:ext>
            </a:extLst>
          </p:cNvPr>
          <p:cNvCxnSpPr/>
          <p:nvPr/>
        </p:nvCxnSpPr>
        <p:spPr>
          <a:xfrm flipV="1">
            <a:off x="6430241" y="3558011"/>
            <a:ext cx="0" cy="120411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215BA67C-150F-9E3C-1947-117EA269C80A}"/>
              </a:ext>
            </a:extLst>
          </p:cNvPr>
          <p:cNvSpPr/>
          <p:nvPr/>
        </p:nvSpPr>
        <p:spPr>
          <a:xfrm>
            <a:off x="6322881" y="3917906"/>
            <a:ext cx="197992" cy="557345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6E5FCF59-379D-FB9C-0650-40E1B490B1EC}"/>
                  </a:ext>
                </a:extLst>
              </p:cNvPr>
              <p:cNvSpPr/>
              <p:nvPr/>
            </p:nvSpPr>
            <p:spPr>
              <a:xfrm>
                <a:off x="5636756" y="1466644"/>
                <a:ext cx="558879" cy="65185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𝐹𝐿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47" name="Rechteck 46">
                <a:extLst>
                  <a:ext uri="{FF2B5EF4-FFF2-40B4-BE49-F238E27FC236}">
                    <a16:creationId xmlns:a16="http://schemas.microsoft.com/office/drawing/2014/main" id="{6E5FCF59-379D-FB9C-0650-40E1B490B1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6756" y="1466644"/>
                <a:ext cx="558879" cy="6518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echteck 49">
            <a:extLst>
              <a:ext uri="{FF2B5EF4-FFF2-40B4-BE49-F238E27FC236}">
                <a16:creationId xmlns:a16="http://schemas.microsoft.com/office/drawing/2014/main" id="{FAB152EF-B199-E9FB-108E-84C173D2753A}"/>
              </a:ext>
            </a:extLst>
          </p:cNvPr>
          <p:cNvSpPr/>
          <p:nvPr/>
        </p:nvSpPr>
        <p:spPr>
          <a:xfrm>
            <a:off x="7076808" y="1874544"/>
            <a:ext cx="200557" cy="65185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1" name="Rechteck 50">
                <a:extLst>
                  <a:ext uri="{FF2B5EF4-FFF2-40B4-BE49-F238E27FC236}">
                    <a16:creationId xmlns:a16="http://schemas.microsoft.com/office/drawing/2014/main" id="{47C28910-DB34-E8EA-EC3E-63EF7281B6C1}"/>
                  </a:ext>
                </a:extLst>
              </p:cNvPr>
              <p:cNvSpPr/>
              <p:nvPr/>
            </p:nvSpPr>
            <p:spPr>
              <a:xfrm>
                <a:off x="7318954" y="1018542"/>
                <a:ext cx="805759" cy="65185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𝑉𝐶𝐴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51" name="Rechteck 50">
                <a:extLst>
                  <a:ext uri="{FF2B5EF4-FFF2-40B4-BE49-F238E27FC236}">
                    <a16:creationId xmlns:a16="http://schemas.microsoft.com/office/drawing/2014/main" id="{47C28910-DB34-E8EA-EC3E-63EF7281B6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8954" y="1018542"/>
                <a:ext cx="805759" cy="6518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D2BA02AC-C570-F1A4-9FA3-E0718E2B1ED4}"/>
                  </a:ext>
                </a:extLst>
              </p:cNvPr>
              <p:cNvSpPr/>
              <p:nvPr/>
            </p:nvSpPr>
            <p:spPr>
              <a:xfrm>
                <a:off x="5708290" y="3897817"/>
                <a:ext cx="558879" cy="65185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A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de-AT" b="0" i="1" smtClean="0">
                              <a:latin typeface="Cambria Math" panose="02040503050406030204" pitchFamily="18" charset="0"/>
                            </a:rPr>
                            <m:t>𝑃𝐷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D2BA02AC-C570-F1A4-9FA3-E0718E2B1E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8290" y="3897817"/>
                <a:ext cx="558879" cy="651850"/>
              </a:xfrm>
              <a:prstGeom prst="rect">
                <a:avLst/>
              </a:prstGeom>
              <a:blipFill>
                <a:blip r:embed="rId5"/>
                <a:stretch>
                  <a:fillRect l="-217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Rechteck 56">
                <a:extLst>
                  <a:ext uri="{FF2B5EF4-FFF2-40B4-BE49-F238E27FC236}">
                    <a16:creationId xmlns:a16="http://schemas.microsoft.com/office/drawing/2014/main" id="{13D94A98-96A1-6A0D-15E5-62A2DF3BFCA1}"/>
                  </a:ext>
                </a:extLst>
              </p:cNvPr>
              <p:cNvSpPr/>
              <p:nvPr/>
            </p:nvSpPr>
            <p:spPr>
              <a:xfrm>
                <a:off x="4107986" y="305752"/>
                <a:ext cx="805759" cy="65185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57" name="Rechteck 56">
                <a:extLst>
                  <a:ext uri="{FF2B5EF4-FFF2-40B4-BE49-F238E27FC236}">
                    <a16:creationId xmlns:a16="http://schemas.microsoft.com/office/drawing/2014/main" id="{13D94A98-96A1-6A0D-15E5-62A2DF3BFCA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7986" y="305752"/>
                <a:ext cx="805759" cy="65185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Rechteck 57">
                <a:extLst>
                  <a:ext uri="{FF2B5EF4-FFF2-40B4-BE49-F238E27FC236}">
                    <a16:creationId xmlns:a16="http://schemas.microsoft.com/office/drawing/2014/main" id="{9CF69E11-0DC7-D958-CC8D-C6F9A1CE74D7}"/>
                  </a:ext>
                </a:extLst>
              </p:cNvPr>
              <p:cNvSpPr/>
              <p:nvPr/>
            </p:nvSpPr>
            <p:spPr>
              <a:xfrm>
                <a:off x="4071473" y="3232086"/>
                <a:ext cx="805759" cy="65185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𝑃𝑊𝑀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58" name="Rechteck 57">
                <a:extLst>
                  <a:ext uri="{FF2B5EF4-FFF2-40B4-BE49-F238E27FC236}">
                    <a16:creationId xmlns:a16="http://schemas.microsoft.com/office/drawing/2014/main" id="{9CF69E11-0DC7-D958-CC8D-C6F9A1CE74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1473" y="3232086"/>
                <a:ext cx="805759" cy="65185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B2DA7AA2-1C13-5B2B-4F8C-13DB8E887183}"/>
                  </a:ext>
                </a:extLst>
              </p:cNvPr>
              <p:cNvSpPr/>
              <p:nvPr/>
            </p:nvSpPr>
            <p:spPr>
              <a:xfrm>
                <a:off x="4006241" y="4436196"/>
                <a:ext cx="805759" cy="65185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AT" b="0" i="1" smtClean="0">
                          <a:latin typeface="Cambria Math" panose="02040503050406030204" pitchFamily="18" charset="0"/>
                        </a:rPr>
                        <m:t>𝐺𝑁𝐷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B2DA7AA2-1C13-5B2B-4F8C-13DB8E8871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6241" y="4436196"/>
                <a:ext cx="805759" cy="65185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79727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</Words>
  <Application>Microsoft Office PowerPoint</Application>
  <PresentationFormat>Breitbild</PresentationFormat>
  <Paragraphs>7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cagyos@sts2.onmicrosoft.com</dc:creator>
  <cp:lastModifiedBy>cagyos@sts2.onmicrosoft.com</cp:lastModifiedBy>
  <cp:revision>1</cp:revision>
  <dcterms:created xsi:type="dcterms:W3CDTF">2026-03-25T11:18:01Z</dcterms:created>
  <dcterms:modified xsi:type="dcterms:W3CDTF">2026-03-25T11:34:12Z</dcterms:modified>
</cp:coreProperties>
</file>