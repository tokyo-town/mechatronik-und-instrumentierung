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698E9B-C41C-063C-5BFB-42E37ACE8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5F7859A-AE28-A291-1788-E6BD3E6AA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F02A6F-1B21-1050-8C47-67186278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2F8AB6-AFD2-A0FF-066F-7E8C81F5D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AD83EF-ACB5-430F-39C4-25463130D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4562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1AC5-4B54-8FAF-9B7D-010E65C3F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7903C8-7D40-3076-033B-CD7CFF13C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30F3C1-564F-1BD7-41F1-EC1BB61B7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F36073-B92A-133C-EFAA-AF081E76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6F58C3-3573-18FF-235C-98C20B15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18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0FB322-82A9-2276-C81E-06739122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38D-1D19-379E-F078-8C2B4BFB8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ACE018-A764-C890-D621-8A2A99FBC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7DA6A6-1E5B-9D44-3AE7-4B2A4EBE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479558-EE4C-E8C3-4043-0A46D44C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9684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1B5A51-B887-229F-C025-C440CFF8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FFC495-3A1D-6CAD-42F6-48AD2F6BA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849F891-34B5-1684-B353-751F11EF4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0AE17B-0142-D052-1407-261A6D06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EDDF8E-0190-0F80-84CE-DD9720C59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4205AC-9647-58D8-737B-362C67AD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1351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6D23DF-1FCD-2F6D-292D-B0F6F6D2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888972-4356-1BF3-EF7C-92432074D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F41C01-5BEE-9C59-380B-36486599D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1BDE92-ADFB-FC22-46E5-EC1123089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E1309B8-CE42-FCFA-A2D2-4AAB0C644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50802EA-7235-97CF-4AF6-0A57D101A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5EF9B3E-E902-0880-D2DB-1CD89FCD8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6AF6C68-6B3E-F469-A2C8-557CD3AF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115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6A161A-3CE2-C1A5-1F56-429F87C3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F66FC1A-51CD-561D-69FC-CB5184B2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50F9E3-5FEA-48C9-6F0F-25D2D73D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50E5D0-D083-3EDC-9A0E-2B44CE18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973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E0040B5-6269-BAFB-954D-F70EBBDFD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44B4332-D5FB-0C0C-9FD8-655D24AD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F2F236-C23E-BBA1-C45C-64278F36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15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08DAE3-7026-AEEC-3208-385762BA7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D76CFA-2AC4-37D5-7BF9-BFAA816F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41F846-3CB3-D36C-73BC-4D85419CD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3BD5A4-2E7D-A655-92CB-A8919E108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8CC65C-2E76-481A-23B8-D102AC65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018385-9BF7-0CA2-B024-BC75F066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262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A29B0-01F7-C4A6-447A-DBCF68D4C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CBE9C89-BE82-7077-0C54-2FB20028C6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B6B0A2-4565-DC6F-366B-5A1AF32D8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87E051-BEC9-95E1-55AB-9B2A94003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A9601C-155E-BC03-A4EF-55981AFE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2F1D1B-3A58-E71F-3D7D-846F9A52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663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D5722-0025-BA11-5F30-EF4ABBC4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0F478CD-7B8B-B805-C7BE-47C38F522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C500B6-7E6A-B2A6-898F-A306272B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CCB84F-712C-FDDA-2880-50F69F37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48CBEF-0C80-0393-34D9-FB527B1D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481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35CD63C-AC03-5C0F-1873-68604E746A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C0FE07B-48C6-6C79-C894-A2098A339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998FBB-7AF6-871C-0F2A-CEF0BEEA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ECFB3D-A55C-2690-4ED0-62B1686F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8C1DC0-4B7B-D715-BD37-8187C50A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99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0ECA586-5A54-1578-9125-8D93FE3EC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FF8FC8-A9FB-57E3-118B-70FD48689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CF4645-BB06-DFFC-CA0F-395CC1C55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1E1E4-3A38-47F6-9719-E931542195E7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6EFCAE-BB73-CFD5-F796-E0B032CEA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69837C-1A99-AA14-0969-0CD300DD2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7F928-1DAA-4360-9955-5084B0A163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3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E035A84-4E75-88F8-8C07-888534B73079}"/>
              </a:ext>
            </a:extLst>
          </p:cNvPr>
          <p:cNvSpPr/>
          <p:nvPr/>
        </p:nvSpPr>
        <p:spPr>
          <a:xfrm>
            <a:off x="7077521" y="1024362"/>
            <a:ext cx="200557" cy="6518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2FD2121F-BB97-9EE6-DFAD-EA3E75A07246}"/>
                  </a:ext>
                </a:extLst>
              </p:cNvPr>
              <p:cNvSpPr/>
              <p:nvPr/>
            </p:nvSpPr>
            <p:spPr>
              <a:xfrm>
                <a:off x="7334105" y="1874544"/>
                <a:ext cx="805759" cy="6518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𝑉𝐶𝐴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2FD2121F-BB97-9EE6-DFAD-EA3E75A07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105" y="1874544"/>
                <a:ext cx="805759" cy="6518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Verbinder: gewinkelt 7">
            <a:extLst>
              <a:ext uri="{FF2B5EF4-FFF2-40B4-BE49-F238E27FC236}">
                <a16:creationId xmlns:a16="http://schemas.microsoft.com/office/drawing/2014/main" id="{3FA675CB-B51E-B285-7F38-5969B958B967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4928985" y="631678"/>
            <a:ext cx="2248815" cy="392684"/>
          </a:xfrm>
          <a:prstGeom prst="bentConnector2">
            <a:avLst/>
          </a:prstGeom>
          <a:ln>
            <a:head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AF0568D0-2956-4A39-4C68-97CFC96002F3}"/>
              </a:ext>
            </a:extLst>
          </p:cNvPr>
          <p:cNvCxnSpPr>
            <a:cxnSpLocks/>
          </p:cNvCxnSpPr>
          <p:nvPr/>
        </p:nvCxnSpPr>
        <p:spPr>
          <a:xfrm>
            <a:off x="6944008" y="3313568"/>
            <a:ext cx="0" cy="48888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CBCB56F-D26A-3338-EA77-E6E5FBB382EF}"/>
              </a:ext>
            </a:extLst>
          </p:cNvPr>
          <p:cNvCxnSpPr>
            <a:cxnSpLocks/>
          </p:cNvCxnSpPr>
          <p:nvPr/>
        </p:nvCxnSpPr>
        <p:spPr>
          <a:xfrm>
            <a:off x="7017033" y="3313567"/>
            <a:ext cx="0" cy="13765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CEB6AA72-F746-828A-D90A-ECB709FCB99B}"/>
              </a:ext>
            </a:extLst>
          </p:cNvPr>
          <p:cNvCxnSpPr>
            <a:cxnSpLocks/>
          </p:cNvCxnSpPr>
          <p:nvPr/>
        </p:nvCxnSpPr>
        <p:spPr>
          <a:xfrm>
            <a:off x="7017033" y="3493378"/>
            <a:ext cx="0" cy="13765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35946A7-5066-B73D-E2BA-2996636ACA3F}"/>
              </a:ext>
            </a:extLst>
          </p:cNvPr>
          <p:cNvCxnSpPr>
            <a:cxnSpLocks/>
          </p:cNvCxnSpPr>
          <p:nvPr/>
        </p:nvCxnSpPr>
        <p:spPr>
          <a:xfrm>
            <a:off x="7017033" y="3664797"/>
            <a:ext cx="0" cy="13765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99F2E2B-142C-CC22-A91B-3D8A7A40B604}"/>
              </a:ext>
            </a:extLst>
          </p:cNvPr>
          <p:cNvCxnSpPr/>
          <p:nvPr/>
        </p:nvCxnSpPr>
        <p:spPr>
          <a:xfrm>
            <a:off x="7017033" y="3382396"/>
            <a:ext cx="1600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B835413-9FB6-33E2-409E-83F4B55DFABE}"/>
              </a:ext>
            </a:extLst>
          </p:cNvPr>
          <p:cNvCxnSpPr/>
          <p:nvPr/>
        </p:nvCxnSpPr>
        <p:spPr>
          <a:xfrm>
            <a:off x="7017033" y="3733626"/>
            <a:ext cx="1600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00D85C23-CCCF-CF1E-89C5-9DCD75F6E3D0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7177800" y="1676212"/>
            <a:ext cx="0" cy="16950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1DEA2408-F19B-5326-33F5-79DB9578C047}"/>
              </a:ext>
            </a:extLst>
          </p:cNvPr>
          <p:cNvCxnSpPr>
            <a:cxnSpLocks/>
          </p:cNvCxnSpPr>
          <p:nvPr/>
        </p:nvCxnSpPr>
        <p:spPr>
          <a:xfrm flipV="1">
            <a:off x="7177087" y="3733626"/>
            <a:ext cx="0" cy="10284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971F4E3E-4B2A-5FC1-4E44-81DD555F29A6}"/>
              </a:ext>
            </a:extLst>
          </p:cNvPr>
          <p:cNvCxnSpPr/>
          <p:nvPr/>
        </p:nvCxnSpPr>
        <p:spPr>
          <a:xfrm flipH="1">
            <a:off x="4913745" y="3558011"/>
            <a:ext cx="2030263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E266DD75-527A-304A-E77B-362D489942AB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26255" y="1273895"/>
            <a:ext cx="2093050" cy="808614"/>
          </a:xfrm>
          <a:prstGeom prst="bentConnector3">
            <a:avLst>
              <a:gd name="adj1" fmla="val -133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Gleichschenkliges Dreieck 32">
            <a:extLst>
              <a:ext uri="{FF2B5EF4-FFF2-40B4-BE49-F238E27FC236}">
                <a16:creationId xmlns:a16="http://schemas.microsoft.com/office/drawing/2014/main" id="{8BFB22E7-0AD6-1FCD-ACD4-B5DBADDD118C}"/>
              </a:ext>
            </a:extLst>
          </p:cNvPr>
          <p:cNvSpPr/>
          <p:nvPr/>
        </p:nvSpPr>
        <p:spPr>
          <a:xfrm>
            <a:off x="6225308" y="1611798"/>
            <a:ext cx="295564" cy="295562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56D45981-4BB9-ADC2-5E79-AD9717F9441B}"/>
              </a:ext>
            </a:extLst>
          </p:cNvPr>
          <p:cNvCxnSpPr/>
          <p:nvPr/>
        </p:nvCxnSpPr>
        <p:spPr>
          <a:xfrm flipH="1">
            <a:off x="6216073" y="1610591"/>
            <a:ext cx="304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E8D77D71-44A6-5515-AD90-13AC30C356DC}"/>
              </a:ext>
            </a:extLst>
          </p:cNvPr>
          <p:cNvCxnSpPr>
            <a:cxnSpLocks/>
          </p:cNvCxnSpPr>
          <p:nvPr/>
        </p:nvCxnSpPr>
        <p:spPr>
          <a:xfrm rot="5400000">
            <a:off x="6999455" y="3380380"/>
            <a:ext cx="195212" cy="160053"/>
          </a:xfrm>
          <a:prstGeom prst="bentConnector3">
            <a:avLst>
              <a:gd name="adj1" fmla="val 10042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1154FF8-4AF6-E17A-06CE-F7182A5B77BA}"/>
              </a:ext>
            </a:extLst>
          </p:cNvPr>
          <p:cNvCxnSpPr/>
          <p:nvPr/>
        </p:nvCxnSpPr>
        <p:spPr>
          <a:xfrm flipH="1">
            <a:off x="4928539" y="4762121"/>
            <a:ext cx="2248548" cy="0"/>
          </a:xfrm>
          <a:prstGeom prst="line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0114C88-E1F4-910A-EC9F-EB8401FB94CE}"/>
              </a:ext>
            </a:extLst>
          </p:cNvPr>
          <p:cNvCxnSpPr/>
          <p:nvPr/>
        </p:nvCxnSpPr>
        <p:spPr>
          <a:xfrm flipV="1">
            <a:off x="6430241" y="3558011"/>
            <a:ext cx="0" cy="1204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215BA67C-150F-9E3C-1947-117EA269C80A}"/>
              </a:ext>
            </a:extLst>
          </p:cNvPr>
          <p:cNvSpPr/>
          <p:nvPr/>
        </p:nvSpPr>
        <p:spPr>
          <a:xfrm>
            <a:off x="6322881" y="3917906"/>
            <a:ext cx="197992" cy="55734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6E5FCF59-379D-FB9C-0650-40E1B490B1EC}"/>
                  </a:ext>
                </a:extLst>
              </p:cNvPr>
              <p:cNvSpPr/>
              <p:nvPr/>
            </p:nvSpPr>
            <p:spPr>
              <a:xfrm>
                <a:off x="5636756" y="1466644"/>
                <a:ext cx="558879" cy="6518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𝐹𝐿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6E5FCF59-379D-FB9C-0650-40E1B490B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756" y="1466644"/>
                <a:ext cx="558879" cy="651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hteck 49">
            <a:extLst>
              <a:ext uri="{FF2B5EF4-FFF2-40B4-BE49-F238E27FC236}">
                <a16:creationId xmlns:a16="http://schemas.microsoft.com/office/drawing/2014/main" id="{FAB152EF-B199-E9FB-108E-84C173D2753A}"/>
              </a:ext>
            </a:extLst>
          </p:cNvPr>
          <p:cNvSpPr/>
          <p:nvPr/>
        </p:nvSpPr>
        <p:spPr>
          <a:xfrm>
            <a:off x="7076808" y="1874544"/>
            <a:ext cx="200557" cy="6518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47C28910-DB34-E8EA-EC3E-63EF7281B6C1}"/>
                  </a:ext>
                </a:extLst>
              </p:cNvPr>
              <p:cNvSpPr/>
              <p:nvPr/>
            </p:nvSpPr>
            <p:spPr>
              <a:xfrm>
                <a:off x="7318954" y="1018542"/>
                <a:ext cx="805759" cy="6518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𝑉𝐶𝐴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47C28910-DB34-E8EA-EC3E-63EF7281B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954" y="1018542"/>
                <a:ext cx="805759" cy="6518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D2BA02AC-C570-F1A4-9FA3-E0718E2B1ED4}"/>
                  </a:ext>
                </a:extLst>
              </p:cNvPr>
              <p:cNvSpPr/>
              <p:nvPr/>
            </p:nvSpPr>
            <p:spPr>
              <a:xfrm>
                <a:off x="5708290" y="3897817"/>
                <a:ext cx="558879" cy="6518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AT" b="0" i="1" smtClean="0">
                              <a:latin typeface="Cambria Math" panose="02040503050406030204" pitchFamily="18" charset="0"/>
                            </a:rPr>
                            <m:t>𝑃𝐷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D2BA02AC-C570-F1A4-9FA3-E0718E2B1E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290" y="3897817"/>
                <a:ext cx="558879" cy="651850"/>
              </a:xfrm>
              <a:prstGeom prst="rect">
                <a:avLst/>
              </a:prstGeom>
              <a:blipFill>
                <a:blip r:embed="rId5"/>
                <a:stretch>
                  <a:fillRect l="-21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hteck 56">
                <a:extLst>
                  <a:ext uri="{FF2B5EF4-FFF2-40B4-BE49-F238E27FC236}">
                    <a16:creationId xmlns:a16="http://schemas.microsoft.com/office/drawing/2014/main" id="{13D94A98-96A1-6A0D-15E5-62A2DF3BFCA1}"/>
                  </a:ext>
                </a:extLst>
              </p:cNvPr>
              <p:cNvSpPr/>
              <p:nvPr/>
            </p:nvSpPr>
            <p:spPr>
              <a:xfrm>
                <a:off x="4107986" y="305752"/>
                <a:ext cx="805759" cy="6518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7" name="Rechteck 56">
                <a:extLst>
                  <a:ext uri="{FF2B5EF4-FFF2-40B4-BE49-F238E27FC236}">
                    <a16:creationId xmlns:a16="http://schemas.microsoft.com/office/drawing/2014/main" id="{13D94A98-96A1-6A0D-15E5-62A2DF3BF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986" y="305752"/>
                <a:ext cx="805759" cy="6518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9CF69E11-0DC7-D958-CC8D-C6F9A1CE74D7}"/>
                  </a:ext>
                </a:extLst>
              </p:cNvPr>
              <p:cNvSpPr/>
              <p:nvPr/>
            </p:nvSpPr>
            <p:spPr>
              <a:xfrm>
                <a:off x="4071473" y="3232086"/>
                <a:ext cx="805759" cy="6518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𝑃𝑊𝑀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9CF69E11-0DC7-D958-CC8D-C6F9A1CE7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473" y="3232086"/>
                <a:ext cx="805759" cy="6518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B2DA7AA2-1C13-5B2B-4F8C-13DB8E887183}"/>
                  </a:ext>
                </a:extLst>
              </p:cNvPr>
              <p:cNvSpPr/>
              <p:nvPr/>
            </p:nvSpPr>
            <p:spPr>
              <a:xfrm>
                <a:off x="4006241" y="4436196"/>
                <a:ext cx="805759" cy="6518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𝐺𝑁𝐷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B2DA7AA2-1C13-5B2B-4F8C-13DB8E8871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241" y="4436196"/>
                <a:ext cx="805759" cy="6518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972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6140FC2C-88E0-D6DD-FEEC-026DF69472FC}"/>
              </a:ext>
            </a:extLst>
          </p:cNvPr>
          <p:cNvSpPr/>
          <p:nvPr/>
        </p:nvSpPr>
        <p:spPr>
          <a:xfrm>
            <a:off x="3711157" y="1131683"/>
            <a:ext cx="3125549" cy="4074092"/>
          </a:xfrm>
          <a:custGeom>
            <a:avLst/>
            <a:gdLst>
              <a:gd name="csX0" fmla="*/ 0 w 2888056"/>
              <a:gd name="csY0" fmla="*/ 4146487 h 4146487"/>
              <a:gd name="csX1" fmla="*/ 0 w 2888056"/>
              <a:gd name="csY1" fmla="*/ 199176 h 4146487"/>
              <a:gd name="csX2" fmla="*/ 2879002 w 2888056"/>
              <a:gd name="csY2" fmla="*/ 199176 h 4146487"/>
              <a:gd name="csX3" fmla="*/ 2888056 w 2888056"/>
              <a:gd name="csY3" fmla="*/ 0 h 4146487"/>
              <a:gd name="csX4" fmla="*/ 2888056 w 2888056"/>
              <a:gd name="csY4" fmla="*/ 1430447 h 4146487"/>
              <a:gd name="csX5" fmla="*/ 289711 w 2888056"/>
              <a:gd name="csY5" fmla="*/ 1430447 h 4146487"/>
              <a:gd name="csX6" fmla="*/ 289711 w 2888056"/>
              <a:gd name="csY6" fmla="*/ 4137433 h 4146487"/>
              <a:gd name="csX7" fmla="*/ 0 w 2888056"/>
              <a:gd name="csY7" fmla="*/ 4146487 h 4146487"/>
              <a:gd name="csX0" fmla="*/ 0 w 2888056"/>
              <a:gd name="csY0" fmla="*/ 3947311 h 3947311"/>
              <a:gd name="csX1" fmla="*/ 0 w 2888056"/>
              <a:gd name="csY1" fmla="*/ 0 h 3947311"/>
              <a:gd name="csX2" fmla="*/ 2879002 w 2888056"/>
              <a:gd name="csY2" fmla="*/ 0 h 3947311"/>
              <a:gd name="csX3" fmla="*/ 2888056 w 2888056"/>
              <a:gd name="csY3" fmla="*/ 3947311 h 3947311"/>
              <a:gd name="csX4" fmla="*/ 2888056 w 2888056"/>
              <a:gd name="csY4" fmla="*/ 1231271 h 3947311"/>
              <a:gd name="csX5" fmla="*/ 289711 w 2888056"/>
              <a:gd name="csY5" fmla="*/ 1231271 h 3947311"/>
              <a:gd name="csX6" fmla="*/ 289711 w 2888056"/>
              <a:gd name="csY6" fmla="*/ 3938257 h 3947311"/>
              <a:gd name="csX7" fmla="*/ 0 w 2888056"/>
              <a:gd name="csY7" fmla="*/ 3947311 h 3947311"/>
              <a:gd name="csX0" fmla="*/ 0 w 2888056"/>
              <a:gd name="csY0" fmla="*/ 3947311 h 3947311"/>
              <a:gd name="csX1" fmla="*/ 0 w 2888056"/>
              <a:gd name="csY1" fmla="*/ 0 h 3947311"/>
              <a:gd name="csX2" fmla="*/ 2879002 w 2888056"/>
              <a:gd name="csY2" fmla="*/ 0 h 3947311"/>
              <a:gd name="csX3" fmla="*/ 2888056 w 2888056"/>
              <a:gd name="csY3" fmla="*/ 1231271 h 3947311"/>
              <a:gd name="csX4" fmla="*/ 289711 w 2888056"/>
              <a:gd name="csY4" fmla="*/ 1231271 h 3947311"/>
              <a:gd name="csX5" fmla="*/ 289711 w 2888056"/>
              <a:gd name="csY5" fmla="*/ 3938257 h 3947311"/>
              <a:gd name="csX6" fmla="*/ 0 w 2888056"/>
              <a:gd name="csY6" fmla="*/ 3947311 h 3947311"/>
              <a:gd name="csX0" fmla="*/ 0 w 2888056"/>
              <a:gd name="csY0" fmla="*/ 3947311 h 4362760"/>
              <a:gd name="csX1" fmla="*/ 0 w 2888056"/>
              <a:gd name="csY1" fmla="*/ 0 h 4362760"/>
              <a:gd name="csX2" fmla="*/ 2879002 w 2888056"/>
              <a:gd name="csY2" fmla="*/ 0 h 4362760"/>
              <a:gd name="csX3" fmla="*/ 2888056 w 2888056"/>
              <a:gd name="csY3" fmla="*/ 1231271 h 4362760"/>
              <a:gd name="csX4" fmla="*/ 289711 w 2888056"/>
              <a:gd name="csY4" fmla="*/ 1231271 h 4362760"/>
              <a:gd name="csX5" fmla="*/ 289711 w 2888056"/>
              <a:gd name="csY5" fmla="*/ 3938257 h 4362760"/>
              <a:gd name="csX6" fmla="*/ 0 w 2888056"/>
              <a:gd name="csY6" fmla="*/ 3947311 h 4362760"/>
              <a:gd name="csX0" fmla="*/ 224400 w 3112456"/>
              <a:gd name="csY0" fmla="*/ 3947311 h 4362760"/>
              <a:gd name="csX1" fmla="*/ 224400 w 3112456"/>
              <a:gd name="csY1" fmla="*/ 0 h 4362760"/>
              <a:gd name="csX2" fmla="*/ 3103402 w 3112456"/>
              <a:gd name="csY2" fmla="*/ 0 h 4362760"/>
              <a:gd name="csX3" fmla="*/ 3112456 w 3112456"/>
              <a:gd name="csY3" fmla="*/ 1231271 h 4362760"/>
              <a:gd name="csX4" fmla="*/ 514111 w 3112456"/>
              <a:gd name="csY4" fmla="*/ 1231271 h 4362760"/>
              <a:gd name="csX5" fmla="*/ 514111 w 3112456"/>
              <a:gd name="csY5" fmla="*/ 3938257 h 4362760"/>
              <a:gd name="csX6" fmla="*/ 224400 w 3112456"/>
              <a:gd name="csY6" fmla="*/ 3947311 h 4362760"/>
              <a:gd name="csX0" fmla="*/ 224400 w 3112456"/>
              <a:gd name="csY0" fmla="*/ 3947311 h 4362760"/>
              <a:gd name="csX1" fmla="*/ 224400 w 3112456"/>
              <a:gd name="csY1" fmla="*/ 0 h 4362760"/>
              <a:gd name="csX2" fmla="*/ 3103402 w 3112456"/>
              <a:gd name="csY2" fmla="*/ 0 h 4362760"/>
              <a:gd name="csX3" fmla="*/ 3112456 w 3112456"/>
              <a:gd name="csY3" fmla="*/ 1231271 h 4362760"/>
              <a:gd name="csX4" fmla="*/ 514111 w 3112456"/>
              <a:gd name="csY4" fmla="*/ 1231271 h 4362760"/>
              <a:gd name="csX5" fmla="*/ 514111 w 3112456"/>
              <a:gd name="csY5" fmla="*/ 3938257 h 4362760"/>
              <a:gd name="csX6" fmla="*/ 224400 w 3112456"/>
              <a:gd name="csY6" fmla="*/ 3947311 h 4362760"/>
              <a:gd name="csX0" fmla="*/ 224400 w 3450366"/>
              <a:gd name="csY0" fmla="*/ 3947311 h 4362760"/>
              <a:gd name="csX1" fmla="*/ 224400 w 3450366"/>
              <a:gd name="csY1" fmla="*/ 0 h 4362760"/>
              <a:gd name="csX2" fmla="*/ 3103402 w 3450366"/>
              <a:gd name="csY2" fmla="*/ 0 h 4362760"/>
              <a:gd name="csX3" fmla="*/ 3112456 w 3450366"/>
              <a:gd name="csY3" fmla="*/ 1231271 h 4362760"/>
              <a:gd name="csX4" fmla="*/ 514111 w 3450366"/>
              <a:gd name="csY4" fmla="*/ 1231271 h 4362760"/>
              <a:gd name="csX5" fmla="*/ 514111 w 3450366"/>
              <a:gd name="csY5" fmla="*/ 3938257 h 4362760"/>
              <a:gd name="csX6" fmla="*/ 224400 w 3450366"/>
              <a:gd name="csY6" fmla="*/ 3947311 h 4362760"/>
              <a:gd name="csX0" fmla="*/ 224400 w 3466512"/>
              <a:gd name="csY0" fmla="*/ 3947311 h 4362760"/>
              <a:gd name="csX1" fmla="*/ 224400 w 3466512"/>
              <a:gd name="csY1" fmla="*/ 0 h 4362760"/>
              <a:gd name="csX2" fmla="*/ 3103402 w 3466512"/>
              <a:gd name="csY2" fmla="*/ 0 h 4362760"/>
              <a:gd name="csX3" fmla="*/ 3112456 w 3466512"/>
              <a:gd name="csY3" fmla="*/ 1231271 h 4362760"/>
              <a:gd name="csX4" fmla="*/ 514111 w 3466512"/>
              <a:gd name="csY4" fmla="*/ 1231271 h 4362760"/>
              <a:gd name="csX5" fmla="*/ 514111 w 3466512"/>
              <a:gd name="csY5" fmla="*/ 3938257 h 4362760"/>
              <a:gd name="csX6" fmla="*/ 224400 w 3466512"/>
              <a:gd name="csY6" fmla="*/ 3947311 h 4362760"/>
              <a:gd name="csX0" fmla="*/ 372873 w 3614985"/>
              <a:gd name="csY0" fmla="*/ 3947311 h 4362760"/>
              <a:gd name="csX1" fmla="*/ 372873 w 3614985"/>
              <a:gd name="csY1" fmla="*/ 0 h 4362760"/>
              <a:gd name="csX2" fmla="*/ 3251875 w 3614985"/>
              <a:gd name="csY2" fmla="*/ 0 h 4362760"/>
              <a:gd name="csX3" fmla="*/ 3260929 w 3614985"/>
              <a:gd name="csY3" fmla="*/ 1231271 h 4362760"/>
              <a:gd name="csX4" fmla="*/ 662584 w 3614985"/>
              <a:gd name="csY4" fmla="*/ 1231271 h 4362760"/>
              <a:gd name="csX5" fmla="*/ 662584 w 3614985"/>
              <a:gd name="csY5" fmla="*/ 3938257 h 4362760"/>
              <a:gd name="csX6" fmla="*/ 372873 w 3614985"/>
              <a:gd name="csY6" fmla="*/ 3947311 h 4362760"/>
              <a:gd name="csX0" fmla="*/ 372873 w 3614985"/>
              <a:gd name="csY0" fmla="*/ 3947311 h 4362760"/>
              <a:gd name="csX1" fmla="*/ 372873 w 3614985"/>
              <a:gd name="csY1" fmla="*/ 0 h 4362760"/>
              <a:gd name="csX2" fmla="*/ 400035 w 3614985"/>
              <a:gd name="csY2" fmla="*/ 9053 h 4362760"/>
              <a:gd name="csX3" fmla="*/ 3251875 w 3614985"/>
              <a:gd name="csY3" fmla="*/ 0 h 4362760"/>
              <a:gd name="csX4" fmla="*/ 3260929 w 3614985"/>
              <a:gd name="csY4" fmla="*/ 1231271 h 4362760"/>
              <a:gd name="csX5" fmla="*/ 662584 w 3614985"/>
              <a:gd name="csY5" fmla="*/ 1231271 h 4362760"/>
              <a:gd name="csX6" fmla="*/ 662584 w 3614985"/>
              <a:gd name="csY6" fmla="*/ 3938257 h 4362760"/>
              <a:gd name="csX7" fmla="*/ 372873 w 3614985"/>
              <a:gd name="csY7" fmla="*/ 3947311 h 4362760"/>
              <a:gd name="csX0" fmla="*/ 34538 w 3244007"/>
              <a:gd name="csY0" fmla="*/ 4239704 h 4655153"/>
              <a:gd name="csX1" fmla="*/ 34538 w 3244007"/>
              <a:gd name="csY1" fmla="*/ 292393 h 4655153"/>
              <a:gd name="csX2" fmla="*/ 297090 w 3244007"/>
              <a:gd name="csY2" fmla="*/ 292393 h 4655153"/>
              <a:gd name="csX3" fmla="*/ 2913540 w 3244007"/>
              <a:gd name="csY3" fmla="*/ 292393 h 4655153"/>
              <a:gd name="csX4" fmla="*/ 2922594 w 3244007"/>
              <a:gd name="csY4" fmla="*/ 1523664 h 4655153"/>
              <a:gd name="csX5" fmla="*/ 324249 w 3244007"/>
              <a:gd name="csY5" fmla="*/ 1523664 h 4655153"/>
              <a:gd name="csX6" fmla="*/ 324249 w 3244007"/>
              <a:gd name="csY6" fmla="*/ 4230650 h 4655153"/>
              <a:gd name="csX7" fmla="*/ 34538 w 3244007"/>
              <a:gd name="csY7" fmla="*/ 4239704 h 4655153"/>
              <a:gd name="csX0" fmla="*/ 34538 w 3244007"/>
              <a:gd name="csY0" fmla="*/ 4239704 h 4655153"/>
              <a:gd name="csX1" fmla="*/ 34538 w 3244007"/>
              <a:gd name="csY1" fmla="*/ 292393 h 4655153"/>
              <a:gd name="csX2" fmla="*/ 297090 w 3244007"/>
              <a:gd name="csY2" fmla="*/ 292393 h 4655153"/>
              <a:gd name="csX3" fmla="*/ 2913540 w 3244007"/>
              <a:gd name="csY3" fmla="*/ 292393 h 4655153"/>
              <a:gd name="csX4" fmla="*/ 2922594 w 3244007"/>
              <a:gd name="csY4" fmla="*/ 1523664 h 4655153"/>
              <a:gd name="csX5" fmla="*/ 324249 w 3244007"/>
              <a:gd name="csY5" fmla="*/ 1523664 h 4655153"/>
              <a:gd name="csX6" fmla="*/ 324249 w 3244007"/>
              <a:gd name="csY6" fmla="*/ 4230650 h 4655153"/>
              <a:gd name="csX7" fmla="*/ 34538 w 3244007"/>
              <a:gd name="csY7" fmla="*/ 4239704 h 4655153"/>
              <a:gd name="csX0" fmla="*/ 34538 w 3244007"/>
              <a:gd name="csY0" fmla="*/ 4239704 h 4655153"/>
              <a:gd name="csX1" fmla="*/ 34538 w 3244007"/>
              <a:gd name="csY1" fmla="*/ 292393 h 4655153"/>
              <a:gd name="csX2" fmla="*/ 297090 w 3244007"/>
              <a:gd name="csY2" fmla="*/ 292393 h 4655153"/>
              <a:gd name="csX3" fmla="*/ 2913540 w 3244007"/>
              <a:gd name="csY3" fmla="*/ 292393 h 4655153"/>
              <a:gd name="csX4" fmla="*/ 2922594 w 3244007"/>
              <a:gd name="csY4" fmla="*/ 1523664 h 4655153"/>
              <a:gd name="csX5" fmla="*/ 324249 w 3244007"/>
              <a:gd name="csY5" fmla="*/ 1523664 h 4655153"/>
              <a:gd name="csX6" fmla="*/ 324249 w 3244007"/>
              <a:gd name="csY6" fmla="*/ 4230650 h 4655153"/>
              <a:gd name="csX7" fmla="*/ 34538 w 3244007"/>
              <a:gd name="csY7" fmla="*/ 4239704 h 4655153"/>
              <a:gd name="csX0" fmla="*/ 148603 w 3358072"/>
              <a:gd name="csY0" fmla="*/ 4038517 h 4453966"/>
              <a:gd name="csX1" fmla="*/ 148603 w 3358072"/>
              <a:gd name="csY1" fmla="*/ 91206 h 4453966"/>
              <a:gd name="csX2" fmla="*/ 411155 w 3358072"/>
              <a:gd name="csY2" fmla="*/ 91206 h 4453966"/>
              <a:gd name="csX3" fmla="*/ 3027605 w 3358072"/>
              <a:gd name="csY3" fmla="*/ 91206 h 4453966"/>
              <a:gd name="csX4" fmla="*/ 3036659 w 3358072"/>
              <a:gd name="csY4" fmla="*/ 1322477 h 4453966"/>
              <a:gd name="csX5" fmla="*/ 438314 w 3358072"/>
              <a:gd name="csY5" fmla="*/ 1322477 h 4453966"/>
              <a:gd name="csX6" fmla="*/ 438314 w 3358072"/>
              <a:gd name="csY6" fmla="*/ 4029463 h 4453966"/>
              <a:gd name="csX7" fmla="*/ 148603 w 3358072"/>
              <a:gd name="csY7" fmla="*/ 4038517 h 4453966"/>
              <a:gd name="csX0" fmla="*/ 57435 w 3266904"/>
              <a:gd name="csY0" fmla="*/ 4038517 h 4453966"/>
              <a:gd name="csX1" fmla="*/ 57435 w 3266904"/>
              <a:gd name="csY1" fmla="*/ 91206 h 4453966"/>
              <a:gd name="csX2" fmla="*/ 319987 w 3266904"/>
              <a:gd name="csY2" fmla="*/ 91206 h 4453966"/>
              <a:gd name="csX3" fmla="*/ 2936437 w 3266904"/>
              <a:gd name="csY3" fmla="*/ 91206 h 4453966"/>
              <a:gd name="csX4" fmla="*/ 2945491 w 3266904"/>
              <a:gd name="csY4" fmla="*/ 1322477 h 4453966"/>
              <a:gd name="csX5" fmla="*/ 347146 w 3266904"/>
              <a:gd name="csY5" fmla="*/ 1322477 h 4453966"/>
              <a:gd name="csX6" fmla="*/ 347146 w 3266904"/>
              <a:gd name="csY6" fmla="*/ 4029463 h 4453966"/>
              <a:gd name="csX7" fmla="*/ 57435 w 3266904"/>
              <a:gd name="csY7" fmla="*/ 4038517 h 4453966"/>
              <a:gd name="csX0" fmla="*/ 39095 w 3244085"/>
              <a:gd name="csY0" fmla="*/ 4275272 h 4690721"/>
              <a:gd name="csX1" fmla="*/ 39095 w 3244085"/>
              <a:gd name="csY1" fmla="*/ 327961 h 4690721"/>
              <a:gd name="csX2" fmla="*/ 374075 w 3244085"/>
              <a:gd name="csY2" fmla="*/ 228373 h 4690721"/>
              <a:gd name="csX3" fmla="*/ 2918097 w 3244085"/>
              <a:gd name="csY3" fmla="*/ 327961 h 4690721"/>
              <a:gd name="csX4" fmla="*/ 2927151 w 3244085"/>
              <a:gd name="csY4" fmla="*/ 1559232 h 4690721"/>
              <a:gd name="csX5" fmla="*/ 328806 w 3244085"/>
              <a:gd name="csY5" fmla="*/ 1559232 h 4690721"/>
              <a:gd name="csX6" fmla="*/ 328806 w 3244085"/>
              <a:gd name="csY6" fmla="*/ 4266218 h 4690721"/>
              <a:gd name="csX7" fmla="*/ 39095 w 3244085"/>
              <a:gd name="csY7" fmla="*/ 4275272 h 4690721"/>
              <a:gd name="csX0" fmla="*/ 144671 w 3349661"/>
              <a:gd name="csY0" fmla="*/ 4080494 h 4495943"/>
              <a:gd name="csX1" fmla="*/ 144671 w 3349661"/>
              <a:gd name="csY1" fmla="*/ 133183 h 4495943"/>
              <a:gd name="csX2" fmla="*/ 479651 w 3349661"/>
              <a:gd name="csY2" fmla="*/ 33595 h 4495943"/>
              <a:gd name="csX3" fmla="*/ 3023673 w 3349661"/>
              <a:gd name="csY3" fmla="*/ 133183 h 4495943"/>
              <a:gd name="csX4" fmla="*/ 3032727 w 3349661"/>
              <a:gd name="csY4" fmla="*/ 1364454 h 4495943"/>
              <a:gd name="csX5" fmla="*/ 434382 w 3349661"/>
              <a:gd name="csY5" fmla="*/ 1364454 h 4495943"/>
              <a:gd name="csX6" fmla="*/ 434382 w 3349661"/>
              <a:gd name="csY6" fmla="*/ 4071440 h 4495943"/>
              <a:gd name="csX7" fmla="*/ 144671 w 3349661"/>
              <a:gd name="csY7" fmla="*/ 4080494 h 4495943"/>
              <a:gd name="csX0" fmla="*/ 76990 w 3281980"/>
              <a:gd name="csY0" fmla="*/ 4080494 h 4495943"/>
              <a:gd name="csX1" fmla="*/ 76990 w 3281980"/>
              <a:gd name="csY1" fmla="*/ 133183 h 4495943"/>
              <a:gd name="csX2" fmla="*/ 411970 w 3281980"/>
              <a:gd name="csY2" fmla="*/ 33595 h 4495943"/>
              <a:gd name="csX3" fmla="*/ 2955992 w 3281980"/>
              <a:gd name="csY3" fmla="*/ 133183 h 4495943"/>
              <a:gd name="csX4" fmla="*/ 2965046 w 3281980"/>
              <a:gd name="csY4" fmla="*/ 1364454 h 4495943"/>
              <a:gd name="csX5" fmla="*/ 366701 w 3281980"/>
              <a:gd name="csY5" fmla="*/ 1364454 h 4495943"/>
              <a:gd name="csX6" fmla="*/ 366701 w 3281980"/>
              <a:gd name="csY6" fmla="*/ 4071440 h 4495943"/>
              <a:gd name="csX7" fmla="*/ 76990 w 3281980"/>
              <a:gd name="csY7" fmla="*/ 4080494 h 4495943"/>
              <a:gd name="csX0" fmla="*/ 41485 w 3246475"/>
              <a:gd name="csY0" fmla="*/ 4080494 h 4495943"/>
              <a:gd name="csX1" fmla="*/ 5273 w 3246475"/>
              <a:gd name="csY1" fmla="*/ 4026173 h 4495943"/>
              <a:gd name="csX2" fmla="*/ 41485 w 3246475"/>
              <a:gd name="csY2" fmla="*/ 133183 h 4495943"/>
              <a:gd name="csX3" fmla="*/ 376465 w 3246475"/>
              <a:gd name="csY3" fmla="*/ 33595 h 4495943"/>
              <a:gd name="csX4" fmla="*/ 2920487 w 3246475"/>
              <a:gd name="csY4" fmla="*/ 133183 h 4495943"/>
              <a:gd name="csX5" fmla="*/ 2929541 w 3246475"/>
              <a:gd name="csY5" fmla="*/ 1364454 h 4495943"/>
              <a:gd name="csX6" fmla="*/ 331196 w 3246475"/>
              <a:gd name="csY6" fmla="*/ 1364454 h 4495943"/>
              <a:gd name="csX7" fmla="*/ 331196 w 3246475"/>
              <a:gd name="csY7" fmla="*/ 4071440 h 4495943"/>
              <a:gd name="csX8" fmla="*/ 41485 w 3246475"/>
              <a:gd name="csY8" fmla="*/ 4080494 h 4495943"/>
              <a:gd name="csX0" fmla="*/ 47659 w 3252649"/>
              <a:gd name="csY0" fmla="*/ 4263310 h 4463758"/>
              <a:gd name="csX1" fmla="*/ 2394 w 3252649"/>
              <a:gd name="csY1" fmla="*/ 4100347 h 4463758"/>
              <a:gd name="csX2" fmla="*/ 47659 w 3252649"/>
              <a:gd name="csY2" fmla="*/ 315999 h 4463758"/>
              <a:gd name="csX3" fmla="*/ 382639 w 3252649"/>
              <a:gd name="csY3" fmla="*/ 216411 h 4463758"/>
              <a:gd name="csX4" fmla="*/ 2926661 w 3252649"/>
              <a:gd name="csY4" fmla="*/ 315999 h 4463758"/>
              <a:gd name="csX5" fmla="*/ 2935715 w 3252649"/>
              <a:gd name="csY5" fmla="*/ 1547270 h 4463758"/>
              <a:gd name="csX6" fmla="*/ 337370 w 3252649"/>
              <a:gd name="csY6" fmla="*/ 1547270 h 4463758"/>
              <a:gd name="csX7" fmla="*/ 337370 w 3252649"/>
              <a:gd name="csY7" fmla="*/ 4254256 h 4463758"/>
              <a:gd name="csX8" fmla="*/ 47659 w 3252649"/>
              <a:gd name="csY8" fmla="*/ 4263310 h 4463758"/>
              <a:gd name="csX0" fmla="*/ 47659 w 3252649"/>
              <a:gd name="csY0" fmla="*/ 4263310 h 4457476"/>
              <a:gd name="csX1" fmla="*/ 2394 w 3252649"/>
              <a:gd name="csY1" fmla="*/ 4100347 h 4457476"/>
              <a:gd name="csX2" fmla="*/ 47659 w 3252649"/>
              <a:gd name="csY2" fmla="*/ 315999 h 4457476"/>
              <a:gd name="csX3" fmla="*/ 382639 w 3252649"/>
              <a:gd name="csY3" fmla="*/ 216411 h 4457476"/>
              <a:gd name="csX4" fmla="*/ 2926661 w 3252649"/>
              <a:gd name="csY4" fmla="*/ 315999 h 4457476"/>
              <a:gd name="csX5" fmla="*/ 2935715 w 3252649"/>
              <a:gd name="csY5" fmla="*/ 1547270 h 4457476"/>
              <a:gd name="csX6" fmla="*/ 337370 w 3252649"/>
              <a:gd name="csY6" fmla="*/ 1547270 h 4457476"/>
              <a:gd name="csX7" fmla="*/ 337370 w 3252649"/>
              <a:gd name="csY7" fmla="*/ 4254256 h 4457476"/>
              <a:gd name="csX8" fmla="*/ 346425 w 3252649"/>
              <a:gd name="csY8" fmla="*/ 4263310 h 4457476"/>
              <a:gd name="csX9" fmla="*/ 47659 w 3252649"/>
              <a:gd name="csY9" fmla="*/ 4263310 h 4457476"/>
              <a:gd name="csX0" fmla="*/ 48050 w 3253040"/>
              <a:gd name="csY0" fmla="*/ 4263310 h 4445407"/>
              <a:gd name="csX1" fmla="*/ 2785 w 3253040"/>
              <a:gd name="csY1" fmla="*/ 4100347 h 4445407"/>
              <a:gd name="csX2" fmla="*/ 48050 w 3253040"/>
              <a:gd name="csY2" fmla="*/ 315999 h 4445407"/>
              <a:gd name="csX3" fmla="*/ 383030 w 3253040"/>
              <a:gd name="csY3" fmla="*/ 216411 h 4445407"/>
              <a:gd name="csX4" fmla="*/ 2927052 w 3253040"/>
              <a:gd name="csY4" fmla="*/ 315999 h 4445407"/>
              <a:gd name="csX5" fmla="*/ 2936106 w 3253040"/>
              <a:gd name="csY5" fmla="*/ 1547270 h 4445407"/>
              <a:gd name="csX6" fmla="*/ 337761 w 3253040"/>
              <a:gd name="csY6" fmla="*/ 1547270 h 4445407"/>
              <a:gd name="csX7" fmla="*/ 337761 w 3253040"/>
              <a:gd name="csY7" fmla="*/ 4254256 h 4445407"/>
              <a:gd name="csX8" fmla="*/ 392083 w 3253040"/>
              <a:gd name="csY8" fmla="*/ 4027920 h 4445407"/>
              <a:gd name="csX9" fmla="*/ 48050 w 3253040"/>
              <a:gd name="csY9" fmla="*/ 4263310 h 4445407"/>
              <a:gd name="csX0" fmla="*/ 48050 w 3253040"/>
              <a:gd name="csY0" fmla="*/ 4263310 h 4445407"/>
              <a:gd name="csX1" fmla="*/ 2785 w 3253040"/>
              <a:gd name="csY1" fmla="*/ 4100347 h 4445407"/>
              <a:gd name="csX2" fmla="*/ 48050 w 3253040"/>
              <a:gd name="csY2" fmla="*/ 315999 h 4445407"/>
              <a:gd name="csX3" fmla="*/ 383030 w 3253040"/>
              <a:gd name="csY3" fmla="*/ 216411 h 4445407"/>
              <a:gd name="csX4" fmla="*/ 2927052 w 3253040"/>
              <a:gd name="csY4" fmla="*/ 315999 h 4445407"/>
              <a:gd name="csX5" fmla="*/ 2936106 w 3253040"/>
              <a:gd name="csY5" fmla="*/ 1547270 h 4445407"/>
              <a:gd name="csX6" fmla="*/ 337761 w 3253040"/>
              <a:gd name="csY6" fmla="*/ 1547270 h 4445407"/>
              <a:gd name="csX7" fmla="*/ 355868 w 3253040"/>
              <a:gd name="csY7" fmla="*/ 3991706 h 4445407"/>
              <a:gd name="csX8" fmla="*/ 392083 w 3253040"/>
              <a:gd name="csY8" fmla="*/ 4027920 h 4445407"/>
              <a:gd name="csX9" fmla="*/ 48050 w 3253040"/>
              <a:gd name="csY9" fmla="*/ 4263310 h 4445407"/>
              <a:gd name="csX0" fmla="*/ 47660 w 3252650"/>
              <a:gd name="csY0" fmla="*/ 4263310 h 4434228"/>
              <a:gd name="csX1" fmla="*/ 2395 w 3252650"/>
              <a:gd name="csY1" fmla="*/ 4100347 h 4434228"/>
              <a:gd name="csX2" fmla="*/ 47660 w 3252650"/>
              <a:gd name="csY2" fmla="*/ 315999 h 4434228"/>
              <a:gd name="csX3" fmla="*/ 382640 w 3252650"/>
              <a:gd name="csY3" fmla="*/ 216411 h 4434228"/>
              <a:gd name="csX4" fmla="*/ 2926662 w 3252650"/>
              <a:gd name="csY4" fmla="*/ 315999 h 4434228"/>
              <a:gd name="csX5" fmla="*/ 2935716 w 3252650"/>
              <a:gd name="csY5" fmla="*/ 1547270 h 4434228"/>
              <a:gd name="csX6" fmla="*/ 337371 w 3252650"/>
              <a:gd name="csY6" fmla="*/ 1547270 h 4434228"/>
              <a:gd name="csX7" fmla="*/ 355478 w 3252650"/>
              <a:gd name="csY7" fmla="*/ 3991706 h 4434228"/>
              <a:gd name="csX8" fmla="*/ 328319 w 3252650"/>
              <a:gd name="csY8" fmla="*/ 4263310 h 4434228"/>
              <a:gd name="csX9" fmla="*/ 47660 w 3252650"/>
              <a:gd name="csY9" fmla="*/ 4263310 h 4434228"/>
              <a:gd name="csX0" fmla="*/ 47660 w 3252650"/>
              <a:gd name="csY0" fmla="*/ 4263310 h 4434228"/>
              <a:gd name="csX1" fmla="*/ 2395 w 3252650"/>
              <a:gd name="csY1" fmla="*/ 4100347 h 4434228"/>
              <a:gd name="csX2" fmla="*/ 47660 w 3252650"/>
              <a:gd name="csY2" fmla="*/ 315999 h 4434228"/>
              <a:gd name="csX3" fmla="*/ 382640 w 3252650"/>
              <a:gd name="csY3" fmla="*/ 216411 h 4434228"/>
              <a:gd name="csX4" fmla="*/ 2926662 w 3252650"/>
              <a:gd name="csY4" fmla="*/ 315999 h 4434228"/>
              <a:gd name="csX5" fmla="*/ 2935716 w 3252650"/>
              <a:gd name="csY5" fmla="*/ 1547270 h 4434228"/>
              <a:gd name="csX6" fmla="*/ 337371 w 3252650"/>
              <a:gd name="csY6" fmla="*/ 1547270 h 4434228"/>
              <a:gd name="csX7" fmla="*/ 346424 w 3252650"/>
              <a:gd name="csY7" fmla="*/ 4064133 h 4434228"/>
              <a:gd name="csX8" fmla="*/ 328319 w 3252650"/>
              <a:gd name="csY8" fmla="*/ 4263310 h 4434228"/>
              <a:gd name="csX9" fmla="*/ 47660 w 3252650"/>
              <a:gd name="csY9" fmla="*/ 4263310 h 4434228"/>
              <a:gd name="csX0" fmla="*/ 47660 w 3252650"/>
              <a:gd name="csY0" fmla="*/ 4263310 h 4434228"/>
              <a:gd name="csX1" fmla="*/ 2395 w 3252650"/>
              <a:gd name="csY1" fmla="*/ 4100347 h 4434228"/>
              <a:gd name="csX2" fmla="*/ 47660 w 3252650"/>
              <a:gd name="csY2" fmla="*/ 315999 h 4434228"/>
              <a:gd name="csX3" fmla="*/ 382640 w 3252650"/>
              <a:gd name="csY3" fmla="*/ 216411 h 4434228"/>
              <a:gd name="csX4" fmla="*/ 2926662 w 3252650"/>
              <a:gd name="csY4" fmla="*/ 315999 h 4434228"/>
              <a:gd name="csX5" fmla="*/ 2935716 w 3252650"/>
              <a:gd name="csY5" fmla="*/ 1547270 h 4434228"/>
              <a:gd name="csX6" fmla="*/ 337371 w 3252650"/>
              <a:gd name="csY6" fmla="*/ 1547270 h 4434228"/>
              <a:gd name="csX7" fmla="*/ 310212 w 3252650"/>
              <a:gd name="csY7" fmla="*/ 1556325 h 4434228"/>
              <a:gd name="csX8" fmla="*/ 346424 w 3252650"/>
              <a:gd name="csY8" fmla="*/ 4064133 h 4434228"/>
              <a:gd name="csX9" fmla="*/ 328319 w 3252650"/>
              <a:gd name="csY9" fmla="*/ 4263310 h 4434228"/>
              <a:gd name="csX10" fmla="*/ 47660 w 3252650"/>
              <a:gd name="csY10" fmla="*/ 4263310 h 4434228"/>
              <a:gd name="csX0" fmla="*/ 47660 w 3252650"/>
              <a:gd name="csY0" fmla="*/ 4263310 h 4434228"/>
              <a:gd name="csX1" fmla="*/ 2395 w 3252650"/>
              <a:gd name="csY1" fmla="*/ 4100347 h 4434228"/>
              <a:gd name="csX2" fmla="*/ 47660 w 3252650"/>
              <a:gd name="csY2" fmla="*/ 315999 h 4434228"/>
              <a:gd name="csX3" fmla="*/ 382640 w 3252650"/>
              <a:gd name="csY3" fmla="*/ 216411 h 4434228"/>
              <a:gd name="csX4" fmla="*/ 2926662 w 3252650"/>
              <a:gd name="csY4" fmla="*/ 315999 h 4434228"/>
              <a:gd name="csX5" fmla="*/ 2935716 w 3252650"/>
              <a:gd name="csY5" fmla="*/ 1547270 h 4434228"/>
              <a:gd name="csX6" fmla="*/ 337371 w 3252650"/>
              <a:gd name="csY6" fmla="*/ 1547270 h 4434228"/>
              <a:gd name="csX7" fmla="*/ 310212 w 3252650"/>
              <a:gd name="csY7" fmla="*/ 1764555 h 4434228"/>
              <a:gd name="csX8" fmla="*/ 346424 w 3252650"/>
              <a:gd name="csY8" fmla="*/ 4064133 h 4434228"/>
              <a:gd name="csX9" fmla="*/ 328319 w 3252650"/>
              <a:gd name="csY9" fmla="*/ 4263310 h 4434228"/>
              <a:gd name="csX10" fmla="*/ 47660 w 3252650"/>
              <a:gd name="csY10" fmla="*/ 4263310 h 4434228"/>
              <a:gd name="csX0" fmla="*/ 47660 w 3237901"/>
              <a:gd name="csY0" fmla="*/ 4263310 h 4434228"/>
              <a:gd name="csX1" fmla="*/ 2395 w 3237901"/>
              <a:gd name="csY1" fmla="*/ 4100347 h 4434228"/>
              <a:gd name="csX2" fmla="*/ 47660 w 3237901"/>
              <a:gd name="csY2" fmla="*/ 315999 h 4434228"/>
              <a:gd name="csX3" fmla="*/ 382640 w 3237901"/>
              <a:gd name="csY3" fmla="*/ 216411 h 4434228"/>
              <a:gd name="csX4" fmla="*/ 2926662 w 3237901"/>
              <a:gd name="csY4" fmla="*/ 315999 h 4434228"/>
              <a:gd name="csX5" fmla="*/ 2935716 w 3237901"/>
              <a:gd name="csY5" fmla="*/ 1547270 h 4434228"/>
              <a:gd name="csX6" fmla="*/ 572762 w 3237901"/>
              <a:gd name="csY6" fmla="*/ 1547270 h 4434228"/>
              <a:gd name="csX7" fmla="*/ 310212 w 3237901"/>
              <a:gd name="csY7" fmla="*/ 1764555 h 4434228"/>
              <a:gd name="csX8" fmla="*/ 346424 w 3237901"/>
              <a:gd name="csY8" fmla="*/ 4064133 h 4434228"/>
              <a:gd name="csX9" fmla="*/ 328319 w 3237901"/>
              <a:gd name="csY9" fmla="*/ 4263310 h 4434228"/>
              <a:gd name="csX10" fmla="*/ 47660 w 3237901"/>
              <a:gd name="csY10" fmla="*/ 4263310 h 4434228"/>
              <a:gd name="csX0" fmla="*/ 47660 w 3237901"/>
              <a:gd name="csY0" fmla="*/ 4263310 h 4434228"/>
              <a:gd name="csX1" fmla="*/ 2395 w 3237901"/>
              <a:gd name="csY1" fmla="*/ 4100347 h 4434228"/>
              <a:gd name="csX2" fmla="*/ 47660 w 3237901"/>
              <a:gd name="csY2" fmla="*/ 315999 h 4434228"/>
              <a:gd name="csX3" fmla="*/ 382640 w 3237901"/>
              <a:gd name="csY3" fmla="*/ 216411 h 4434228"/>
              <a:gd name="csX4" fmla="*/ 2926662 w 3237901"/>
              <a:gd name="csY4" fmla="*/ 315999 h 4434228"/>
              <a:gd name="csX5" fmla="*/ 2935716 w 3237901"/>
              <a:gd name="csY5" fmla="*/ 1547270 h 4434228"/>
              <a:gd name="csX6" fmla="*/ 572762 w 3237901"/>
              <a:gd name="csY6" fmla="*/ 1547270 h 4434228"/>
              <a:gd name="csX7" fmla="*/ 310212 w 3237901"/>
              <a:gd name="csY7" fmla="*/ 1764555 h 4434228"/>
              <a:gd name="csX8" fmla="*/ 346424 w 3237901"/>
              <a:gd name="csY8" fmla="*/ 4064133 h 4434228"/>
              <a:gd name="csX9" fmla="*/ 328319 w 3237901"/>
              <a:gd name="csY9" fmla="*/ 4263310 h 4434228"/>
              <a:gd name="csX10" fmla="*/ 47660 w 3237901"/>
              <a:gd name="csY10" fmla="*/ 4263310 h 4434228"/>
              <a:gd name="csX0" fmla="*/ 47660 w 3237901"/>
              <a:gd name="csY0" fmla="*/ 4263310 h 4434228"/>
              <a:gd name="csX1" fmla="*/ 2395 w 3237901"/>
              <a:gd name="csY1" fmla="*/ 4100347 h 4434228"/>
              <a:gd name="csX2" fmla="*/ 47660 w 3237901"/>
              <a:gd name="csY2" fmla="*/ 315999 h 4434228"/>
              <a:gd name="csX3" fmla="*/ 382640 w 3237901"/>
              <a:gd name="csY3" fmla="*/ 216411 h 4434228"/>
              <a:gd name="csX4" fmla="*/ 2926662 w 3237901"/>
              <a:gd name="csY4" fmla="*/ 315999 h 4434228"/>
              <a:gd name="csX5" fmla="*/ 2935716 w 3237901"/>
              <a:gd name="csY5" fmla="*/ 1547270 h 4434228"/>
              <a:gd name="csX6" fmla="*/ 572762 w 3237901"/>
              <a:gd name="csY6" fmla="*/ 1547270 h 4434228"/>
              <a:gd name="csX7" fmla="*/ 310212 w 3237901"/>
              <a:gd name="csY7" fmla="*/ 1764555 h 4434228"/>
              <a:gd name="csX8" fmla="*/ 346424 w 3237901"/>
              <a:gd name="csY8" fmla="*/ 4064133 h 4434228"/>
              <a:gd name="csX9" fmla="*/ 328319 w 3237901"/>
              <a:gd name="csY9" fmla="*/ 4263310 h 4434228"/>
              <a:gd name="csX10" fmla="*/ 47660 w 3237901"/>
              <a:gd name="csY10" fmla="*/ 4263310 h 4434228"/>
              <a:gd name="csX0" fmla="*/ 47660 w 3118841"/>
              <a:gd name="csY0" fmla="*/ 4263310 h 4434228"/>
              <a:gd name="csX1" fmla="*/ 2395 w 3118841"/>
              <a:gd name="csY1" fmla="*/ 4100347 h 4434228"/>
              <a:gd name="csX2" fmla="*/ 47660 w 3118841"/>
              <a:gd name="csY2" fmla="*/ 315999 h 4434228"/>
              <a:gd name="csX3" fmla="*/ 382640 w 3118841"/>
              <a:gd name="csY3" fmla="*/ 216411 h 4434228"/>
              <a:gd name="csX4" fmla="*/ 2926662 w 3118841"/>
              <a:gd name="csY4" fmla="*/ 315999 h 4434228"/>
              <a:gd name="csX5" fmla="*/ 2935716 w 3118841"/>
              <a:gd name="csY5" fmla="*/ 1547270 h 4434228"/>
              <a:gd name="csX6" fmla="*/ 2908558 w 3118841"/>
              <a:gd name="csY6" fmla="*/ 1592539 h 4434228"/>
              <a:gd name="csX7" fmla="*/ 572762 w 3118841"/>
              <a:gd name="csY7" fmla="*/ 1547270 h 4434228"/>
              <a:gd name="csX8" fmla="*/ 310212 w 3118841"/>
              <a:gd name="csY8" fmla="*/ 1764555 h 4434228"/>
              <a:gd name="csX9" fmla="*/ 346424 w 3118841"/>
              <a:gd name="csY9" fmla="*/ 4064133 h 4434228"/>
              <a:gd name="csX10" fmla="*/ 328319 w 3118841"/>
              <a:gd name="csY10" fmla="*/ 4263310 h 4434228"/>
              <a:gd name="csX11" fmla="*/ 47660 w 3118841"/>
              <a:gd name="csY11" fmla="*/ 4263310 h 4434228"/>
              <a:gd name="csX0" fmla="*/ 47660 w 3120911"/>
              <a:gd name="csY0" fmla="*/ 4263310 h 4434228"/>
              <a:gd name="csX1" fmla="*/ 2395 w 3120911"/>
              <a:gd name="csY1" fmla="*/ 4100347 h 4434228"/>
              <a:gd name="csX2" fmla="*/ 47660 w 3120911"/>
              <a:gd name="csY2" fmla="*/ 315999 h 4434228"/>
              <a:gd name="csX3" fmla="*/ 382640 w 3120911"/>
              <a:gd name="csY3" fmla="*/ 216411 h 4434228"/>
              <a:gd name="csX4" fmla="*/ 2926662 w 3120911"/>
              <a:gd name="csY4" fmla="*/ 315999 h 4434228"/>
              <a:gd name="csX5" fmla="*/ 2944771 w 3120911"/>
              <a:gd name="csY5" fmla="*/ 316000 h 4434228"/>
              <a:gd name="csX6" fmla="*/ 2935716 w 3120911"/>
              <a:gd name="csY6" fmla="*/ 1547270 h 4434228"/>
              <a:gd name="csX7" fmla="*/ 2908558 w 3120911"/>
              <a:gd name="csY7" fmla="*/ 1592539 h 4434228"/>
              <a:gd name="csX8" fmla="*/ 572762 w 3120911"/>
              <a:gd name="csY8" fmla="*/ 1547270 h 4434228"/>
              <a:gd name="csX9" fmla="*/ 310212 w 3120911"/>
              <a:gd name="csY9" fmla="*/ 1764555 h 4434228"/>
              <a:gd name="csX10" fmla="*/ 346424 w 3120911"/>
              <a:gd name="csY10" fmla="*/ 4064133 h 4434228"/>
              <a:gd name="csX11" fmla="*/ 328319 w 3120911"/>
              <a:gd name="csY11" fmla="*/ 4263310 h 4434228"/>
              <a:gd name="csX12" fmla="*/ 47660 w 3120911"/>
              <a:gd name="csY12" fmla="*/ 4263310 h 4434228"/>
              <a:gd name="csX0" fmla="*/ 47660 w 3159318"/>
              <a:gd name="csY0" fmla="*/ 4263310 h 4434228"/>
              <a:gd name="csX1" fmla="*/ 2395 w 3159318"/>
              <a:gd name="csY1" fmla="*/ 4100347 h 4434228"/>
              <a:gd name="csX2" fmla="*/ 47660 w 3159318"/>
              <a:gd name="csY2" fmla="*/ 315999 h 4434228"/>
              <a:gd name="csX3" fmla="*/ 382640 w 3159318"/>
              <a:gd name="csY3" fmla="*/ 216411 h 4434228"/>
              <a:gd name="csX4" fmla="*/ 2926662 w 3159318"/>
              <a:gd name="csY4" fmla="*/ 315999 h 4434228"/>
              <a:gd name="csX5" fmla="*/ 3044360 w 3159318"/>
              <a:gd name="csY5" fmla="*/ 334107 h 4434228"/>
              <a:gd name="csX6" fmla="*/ 2935716 w 3159318"/>
              <a:gd name="csY6" fmla="*/ 1547270 h 4434228"/>
              <a:gd name="csX7" fmla="*/ 2908558 w 3159318"/>
              <a:gd name="csY7" fmla="*/ 1592539 h 4434228"/>
              <a:gd name="csX8" fmla="*/ 572762 w 3159318"/>
              <a:gd name="csY8" fmla="*/ 1547270 h 4434228"/>
              <a:gd name="csX9" fmla="*/ 310212 w 3159318"/>
              <a:gd name="csY9" fmla="*/ 1764555 h 4434228"/>
              <a:gd name="csX10" fmla="*/ 346424 w 3159318"/>
              <a:gd name="csY10" fmla="*/ 4064133 h 4434228"/>
              <a:gd name="csX11" fmla="*/ 328319 w 3159318"/>
              <a:gd name="csY11" fmla="*/ 4263310 h 4434228"/>
              <a:gd name="csX12" fmla="*/ 47660 w 3159318"/>
              <a:gd name="csY12" fmla="*/ 4263310 h 4434228"/>
              <a:gd name="csX0" fmla="*/ 47660 w 3147874"/>
              <a:gd name="csY0" fmla="*/ 4258649 h 4429567"/>
              <a:gd name="csX1" fmla="*/ 2395 w 3147874"/>
              <a:gd name="csY1" fmla="*/ 4095686 h 4429567"/>
              <a:gd name="csX2" fmla="*/ 47660 w 3147874"/>
              <a:gd name="csY2" fmla="*/ 311338 h 4429567"/>
              <a:gd name="csX3" fmla="*/ 382640 w 3147874"/>
              <a:gd name="csY3" fmla="*/ 211750 h 4429567"/>
              <a:gd name="csX4" fmla="*/ 2908555 w 3147874"/>
              <a:gd name="csY4" fmla="*/ 202696 h 4429567"/>
              <a:gd name="csX5" fmla="*/ 3044360 w 3147874"/>
              <a:gd name="csY5" fmla="*/ 329446 h 4429567"/>
              <a:gd name="csX6" fmla="*/ 2935716 w 3147874"/>
              <a:gd name="csY6" fmla="*/ 1542609 h 4429567"/>
              <a:gd name="csX7" fmla="*/ 2908558 w 3147874"/>
              <a:gd name="csY7" fmla="*/ 1587878 h 4429567"/>
              <a:gd name="csX8" fmla="*/ 572762 w 3147874"/>
              <a:gd name="csY8" fmla="*/ 1542609 h 4429567"/>
              <a:gd name="csX9" fmla="*/ 310212 w 3147874"/>
              <a:gd name="csY9" fmla="*/ 1759894 h 4429567"/>
              <a:gd name="csX10" fmla="*/ 346424 w 3147874"/>
              <a:gd name="csY10" fmla="*/ 4059472 h 4429567"/>
              <a:gd name="csX11" fmla="*/ 328319 w 3147874"/>
              <a:gd name="csY11" fmla="*/ 4258649 h 4429567"/>
              <a:gd name="csX12" fmla="*/ 47660 w 3147874"/>
              <a:gd name="csY12" fmla="*/ 4258649 h 4429567"/>
              <a:gd name="csX0" fmla="*/ 47660 w 3085643"/>
              <a:gd name="csY0" fmla="*/ 4258649 h 4429567"/>
              <a:gd name="csX1" fmla="*/ 2395 w 3085643"/>
              <a:gd name="csY1" fmla="*/ 4095686 h 4429567"/>
              <a:gd name="csX2" fmla="*/ 47660 w 3085643"/>
              <a:gd name="csY2" fmla="*/ 311338 h 4429567"/>
              <a:gd name="csX3" fmla="*/ 382640 w 3085643"/>
              <a:gd name="csY3" fmla="*/ 211750 h 4429567"/>
              <a:gd name="csX4" fmla="*/ 2908555 w 3085643"/>
              <a:gd name="csY4" fmla="*/ 202696 h 4429567"/>
              <a:gd name="csX5" fmla="*/ 3044360 w 3085643"/>
              <a:gd name="csY5" fmla="*/ 329446 h 4429567"/>
              <a:gd name="csX6" fmla="*/ 2935716 w 3085643"/>
              <a:gd name="csY6" fmla="*/ 1542609 h 4429567"/>
              <a:gd name="csX7" fmla="*/ 2908558 w 3085643"/>
              <a:gd name="csY7" fmla="*/ 1587878 h 4429567"/>
              <a:gd name="csX8" fmla="*/ 572762 w 3085643"/>
              <a:gd name="csY8" fmla="*/ 1542609 h 4429567"/>
              <a:gd name="csX9" fmla="*/ 310212 w 3085643"/>
              <a:gd name="csY9" fmla="*/ 1759894 h 4429567"/>
              <a:gd name="csX10" fmla="*/ 346424 w 3085643"/>
              <a:gd name="csY10" fmla="*/ 4059472 h 4429567"/>
              <a:gd name="csX11" fmla="*/ 328319 w 3085643"/>
              <a:gd name="csY11" fmla="*/ 4258649 h 4429567"/>
              <a:gd name="csX12" fmla="*/ 47660 w 3085643"/>
              <a:gd name="csY12" fmla="*/ 4258649 h 4429567"/>
              <a:gd name="csX0" fmla="*/ 47660 w 3187527"/>
              <a:gd name="csY0" fmla="*/ 4258649 h 4429567"/>
              <a:gd name="csX1" fmla="*/ 2395 w 3187527"/>
              <a:gd name="csY1" fmla="*/ 4095686 h 4429567"/>
              <a:gd name="csX2" fmla="*/ 47660 w 3187527"/>
              <a:gd name="csY2" fmla="*/ 311338 h 4429567"/>
              <a:gd name="csX3" fmla="*/ 382640 w 3187527"/>
              <a:gd name="csY3" fmla="*/ 211750 h 4429567"/>
              <a:gd name="csX4" fmla="*/ 2908555 w 3187527"/>
              <a:gd name="csY4" fmla="*/ 202696 h 4429567"/>
              <a:gd name="csX5" fmla="*/ 3044360 w 3187527"/>
              <a:gd name="csY5" fmla="*/ 329446 h 4429567"/>
              <a:gd name="csX6" fmla="*/ 2935716 w 3187527"/>
              <a:gd name="csY6" fmla="*/ 1542609 h 4429567"/>
              <a:gd name="csX7" fmla="*/ 3035307 w 3187527"/>
              <a:gd name="csY7" fmla="*/ 1560718 h 4429567"/>
              <a:gd name="csX8" fmla="*/ 572762 w 3187527"/>
              <a:gd name="csY8" fmla="*/ 1542609 h 4429567"/>
              <a:gd name="csX9" fmla="*/ 310212 w 3187527"/>
              <a:gd name="csY9" fmla="*/ 1759894 h 4429567"/>
              <a:gd name="csX10" fmla="*/ 346424 w 3187527"/>
              <a:gd name="csY10" fmla="*/ 4059472 h 4429567"/>
              <a:gd name="csX11" fmla="*/ 328319 w 3187527"/>
              <a:gd name="csY11" fmla="*/ 4258649 h 4429567"/>
              <a:gd name="csX12" fmla="*/ 47660 w 3187527"/>
              <a:gd name="csY12" fmla="*/ 4258649 h 4429567"/>
              <a:gd name="csX0" fmla="*/ 47660 w 3099699"/>
              <a:gd name="csY0" fmla="*/ 4258649 h 4429567"/>
              <a:gd name="csX1" fmla="*/ 2395 w 3099699"/>
              <a:gd name="csY1" fmla="*/ 4095686 h 4429567"/>
              <a:gd name="csX2" fmla="*/ 47660 w 3099699"/>
              <a:gd name="csY2" fmla="*/ 311338 h 4429567"/>
              <a:gd name="csX3" fmla="*/ 382640 w 3099699"/>
              <a:gd name="csY3" fmla="*/ 211750 h 4429567"/>
              <a:gd name="csX4" fmla="*/ 2908555 w 3099699"/>
              <a:gd name="csY4" fmla="*/ 202696 h 4429567"/>
              <a:gd name="csX5" fmla="*/ 3044360 w 3099699"/>
              <a:gd name="csY5" fmla="*/ 329446 h 4429567"/>
              <a:gd name="csX6" fmla="*/ 2935716 w 3099699"/>
              <a:gd name="csY6" fmla="*/ 1542609 h 4429567"/>
              <a:gd name="csX7" fmla="*/ 2926666 w 3099699"/>
              <a:gd name="csY7" fmla="*/ 1615039 h 4429567"/>
              <a:gd name="csX8" fmla="*/ 572762 w 3099699"/>
              <a:gd name="csY8" fmla="*/ 1542609 h 4429567"/>
              <a:gd name="csX9" fmla="*/ 310212 w 3099699"/>
              <a:gd name="csY9" fmla="*/ 1759894 h 4429567"/>
              <a:gd name="csX10" fmla="*/ 346424 w 3099699"/>
              <a:gd name="csY10" fmla="*/ 4059472 h 4429567"/>
              <a:gd name="csX11" fmla="*/ 328319 w 3099699"/>
              <a:gd name="csY11" fmla="*/ 4258649 h 4429567"/>
              <a:gd name="csX12" fmla="*/ 47660 w 3099699"/>
              <a:gd name="csY12" fmla="*/ 4258649 h 4429567"/>
              <a:gd name="csX0" fmla="*/ 47660 w 3139317"/>
              <a:gd name="csY0" fmla="*/ 4258649 h 4429567"/>
              <a:gd name="csX1" fmla="*/ 2395 w 3139317"/>
              <a:gd name="csY1" fmla="*/ 4095686 h 4429567"/>
              <a:gd name="csX2" fmla="*/ 47660 w 3139317"/>
              <a:gd name="csY2" fmla="*/ 311338 h 4429567"/>
              <a:gd name="csX3" fmla="*/ 382640 w 3139317"/>
              <a:gd name="csY3" fmla="*/ 211750 h 4429567"/>
              <a:gd name="csX4" fmla="*/ 2908555 w 3139317"/>
              <a:gd name="csY4" fmla="*/ 202696 h 4429567"/>
              <a:gd name="csX5" fmla="*/ 3044360 w 3139317"/>
              <a:gd name="csY5" fmla="*/ 329446 h 4429567"/>
              <a:gd name="csX6" fmla="*/ 3062464 w 3139317"/>
              <a:gd name="csY6" fmla="*/ 1524502 h 4429567"/>
              <a:gd name="csX7" fmla="*/ 2926666 w 3139317"/>
              <a:gd name="csY7" fmla="*/ 1615039 h 4429567"/>
              <a:gd name="csX8" fmla="*/ 572762 w 3139317"/>
              <a:gd name="csY8" fmla="*/ 1542609 h 4429567"/>
              <a:gd name="csX9" fmla="*/ 310212 w 3139317"/>
              <a:gd name="csY9" fmla="*/ 1759894 h 4429567"/>
              <a:gd name="csX10" fmla="*/ 346424 w 3139317"/>
              <a:gd name="csY10" fmla="*/ 4059472 h 4429567"/>
              <a:gd name="csX11" fmla="*/ 328319 w 3139317"/>
              <a:gd name="csY11" fmla="*/ 4258649 h 4429567"/>
              <a:gd name="csX12" fmla="*/ 47660 w 3139317"/>
              <a:gd name="csY12" fmla="*/ 4258649 h 4429567"/>
              <a:gd name="csX0" fmla="*/ 47660 w 3144985"/>
              <a:gd name="csY0" fmla="*/ 4258649 h 4429567"/>
              <a:gd name="csX1" fmla="*/ 2395 w 3144985"/>
              <a:gd name="csY1" fmla="*/ 4095686 h 4429567"/>
              <a:gd name="csX2" fmla="*/ 47660 w 3144985"/>
              <a:gd name="csY2" fmla="*/ 311338 h 4429567"/>
              <a:gd name="csX3" fmla="*/ 382640 w 3144985"/>
              <a:gd name="csY3" fmla="*/ 211750 h 4429567"/>
              <a:gd name="csX4" fmla="*/ 2908555 w 3144985"/>
              <a:gd name="csY4" fmla="*/ 202696 h 4429567"/>
              <a:gd name="csX5" fmla="*/ 3044360 w 3144985"/>
              <a:gd name="csY5" fmla="*/ 329446 h 4429567"/>
              <a:gd name="csX6" fmla="*/ 3062464 w 3144985"/>
              <a:gd name="csY6" fmla="*/ 1524502 h 4429567"/>
              <a:gd name="csX7" fmla="*/ 2926666 w 3144985"/>
              <a:gd name="csY7" fmla="*/ 1615039 h 4429567"/>
              <a:gd name="csX8" fmla="*/ 572762 w 3144985"/>
              <a:gd name="csY8" fmla="*/ 1542609 h 4429567"/>
              <a:gd name="csX9" fmla="*/ 310212 w 3144985"/>
              <a:gd name="csY9" fmla="*/ 1759894 h 4429567"/>
              <a:gd name="csX10" fmla="*/ 346424 w 3144985"/>
              <a:gd name="csY10" fmla="*/ 4059472 h 4429567"/>
              <a:gd name="csX11" fmla="*/ 328319 w 3144985"/>
              <a:gd name="csY11" fmla="*/ 4258649 h 4429567"/>
              <a:gd name="csX12" fmla="*/ 47660 w 3144985"/>
              <a:gd name="csY12" fmla="*/ 4258649 h 4429567"/>
              <a:gd name="csX0" fmla="*/ 47660 w 3083569"/>
              <a:gd name="csY0" fmla="*/ 4258649 h 4429567"/>
              <a:gd name="csX1" fmla="*/ 2395 w 3083569"/>
              <a:gd name="csY1" fmla="*/ 4095686 h 4429567"/>
              <a:gd name="csX2" fmla="*/ 47660 w 3083569"/>
              <a:gd name="csY2" fmla="*/ 311338 h 4429567"/>
              <a:gd name="csX3" fmla="*/ 382640 w 3083569"/>
              <a:gd name="csY3" fmla="*/ 211750 h 4429567"/>
              <a:gd name="csX4" fmla="*/ 2908555 w 3083569"/>
              <a:gd name="csY4" fmla="*/ 202696 h 4429567"/>
              <a:gd name="csX5" fmla="*/ 3044360 w 3083569"/>
              <a:gd name="csY5" fmla="*/ 329446 h 4429567"/>
              <a:gd name="csX6" fmla="*/ 3062464 w 3083569"/>
              <a:gd name="csY6" fmla="*/ 1524502 h 4429567"/>
              <a:gd name="csX7" fmla="*/ 2709383 w 3083569"/>
              <a:gd name="csY7" fmla="*/ 1578825 h 4429567"/>
              <a:gd name="csX8" fmla="*/ 572762 w 3083569"/>
              <a:gd name="csY8" fmla="*/ 1542609 h 4429567"/>
              <a:gd name="csX9" fmla="*/ 310212 w 3083569"/>
              <a:gd name="csY9" fmla="*/ 1759894 h 4429567"/>
              <a:gd name="csX10" fmla="*/ 346424 w 3083569"/>
              <a:gd name="csY10" fmla="*/ 4059472 h 4429567"/>
              <a:gd name="csX11" fmla="*/ 328319 w 3083569"/>
              <a:gd name="csY11" fmla="*/ 4258649 h 4429567"/>
              <a:gd name="csX12" fmla="*/ 47660 w 3083569"/>
              <a:gd name="csY12" fmla="*/ 4258649 h 4429567"/>
              <a:gd name="csX0" fmla="*/ 47660 w 3083569"/>
              <a:gd name="csY0" fmla="*/ 4258649 h 4429567"/>
              <a:gd name="csX1" fmla="*/ 2395 w 3083569"/>
              <a:gd name="csY1" fmla="*/ 4095686 h 4429567"/>
              <a:gd name="csX2" fmla="*/ 47660 w 3083569"/>
              <a:gd name="csY2" fmla="*/ 311338 h 4429567"/>
              <a:gd name="csX3" fmla="*/ 382640 w 3083569"/>
              <a:gd name="csY3" fmla="*/ 211750 h 4429567"/>
              <a:gd name="csX4" fmla="*/ 2908555 w 3083569"/>
              <a:gd name="csY4" fmla="*/ 202696 h 4429567"/>
              <a:gd name="csX5" fmla="*/ 3044360 w 3083569"/>
              <a:gd name="csY5" fmla="*/ 329446 h 4429567"/>
              <a:gd name="csX6" fmla="*/ 3062464 w 3083569"/>
              <a:gd name="csY6" fmla="*/ 1524502 h 4429567"/>
              <a:gd name="csX7" fmla="*/ 2709383 w 3083569"/>
              <a:gd name="csY7" fmla="*/ 1578825 h 4429567"/>
              <a:gd name="csX8" fmla="*/ 572762 w 3083569"/>
              <a:gd name="csY8" fmla="*/ 1542609 h 4429567"/>
              <a:gd name="csX9" fmla="*/ 310212 w 3083569"/>
              <a:gd name="csY9" fmla="*/ 1759894 h 4429567"/>
              <a:gd name="csX10" fmla="*/ 346424 w 3083569"/>
              <a:gd name="csY10" fmla="*/ 4059472 h 4429567"/>
              <a:gd name="csX11" fmla="*/ 328319 w 3083569"/>
              <a:gd name="csY11" fmla="*/ 4258649 h 4429567"/>
              <a:gd name="csX12" fmla="*/ 47660 w 3083569"/>
              <a:gd name="csY12" fmla="*/ 4258649 h 4429567"/>
              <a:gd name="csX0" fmla="*/ 47660 w 3106605"/>
              <a:gd name="csY0" fmla="*/ 4258649 h 4429567"/>
              <a:gd name="csX1" fmla="*/ 2395 w 3106605"/>
              <a:gd name="csY1" fmla="*/ 4095686 h 4429567"/>
              <a:gd name="csX2" fmla="*/ 47660 w 3106605"/>
              <a:gd name="csY2" fmla="*/ 311338 h 4429567"/>
              <a:gd name="csX3" fmla="*/ 382640 w 3106605"/>
              <a:gd name="csY3" fmla="*/ 211750 h 4429567"/>
              <a:gd name="csX4" fmla="*/ 2908555 w 3106605"/>
              <a:gd name="csY4" fmla="*/ 202696 h 4429567"/>
              <a:gd name="csX5" fmla="*/ 3044360 w 3106605"/>
              <a:gd name="csY5" fmla="*/ 329446 h 4429567"/>
              <a:gd name="csX6" fmla="*/ 3089624 w 3106605"/>
              <a:gd name="csY6" fmla="*/ 1397753 h 4429567"/>
              <a:gd name="csX7" fmla="*/ 2709383 w 3106605"/>
              <a:gd name="csY7" fmla="*/ 1578825 h 4429567"/>
              <a:gd name="csX8" fmla="*/ 572762 w 3106605"/>
              <a:gd name="csY8" fmla="*/ 1542609 h 4429567"/>
              <a:gd name="csX9" fmla="*/ 310212 w 3106605"/>
              <a:gd name="csY9" fmla="*/ 1759894 h 4429567"/>
              <a:gd name="csX10" fmla="*/ 346424 w 3106605"/>
              <a:gd name="csY10" fmla="*/ 4059472 h 4429567"/>
              <a:gd name="csX11" fmla="*/ 328319 w 3106605"/>
              <a:gd name="csY11" fmla="*/ 4258649 h 4429567"/>
              <a:gd name="csX12" fmla="*/ 47660 w 3106605"/>
              <a:gd name="csY12" fmla="*/ 4258649 h 4429567"/>
              <a:gd name="csX0" fmla="*/ 47660 w 3090985"/>
              <a:gd name="csY0" fmla="*/ 4258649 h 4429567"/>
              <a:gd name="csX1" fmla="*/ 2395 w 3090985"/>
              <a:gd name="csY1" fmla="*/ 4095686 h 4429567"/>
              <a:gd name="csX2" fmla="*/ 47660 w 3090985"/>
              <a:gd name="csY2" fmla="*/ 311338 h 4429567"/>
              <a:gd name="csX3" fmla="*/ 382640 w 3090985"/>
              <a:gd name="csY3" fmla="*/ 211750 h 4429567"/>
              <a:gd name="csX4" fmla="*/ 2908555 w 3090985"/>
              <a:gd name="csY4" fmla="*/ 202696 h 4429567"/>
              <a:gd name="csX5" fmla="*/ 3044360 w 3090985"/>
              <a:gd name="csY5" fmla="*/ 329446 h 4429567"/>
              <a:gd name="csX6" fmla="*/ 3089624 w 3090985"/>
              <a:gd name="csY6" fmla="*/ 1397753 h 4429567"/>
              <a:gd name="csX7" fmla="*/ 2709383 w 3090985"/>
              <a:gd name="csY7" fmla="*/ 1578825 h 4429567"/>
              <a:gd name="csX8" fmla="*/ 572762 w 3090985"/>
              <a:gd name="csY8" fmla="*/ 1542609 h 4429567"/>
              <a:gd name="csX9" fmla="*/ 310212 w 3090985"/>
              <a:gd name="csY9" fmla="*/ 1759894 h 4429567"/>
              <a:gd name="csX10" fmla="*/ 346424 w 3090985"/>
              <a:gd name="csY10" fmla="*/ 4059472 h 4429567"/>
              <a:gd name="csX11" fmla="*/ 328319 w 3090985"/>
              <a:gd name="csY11" fmla="*/ 4258649 h 4429567"/>
              <a:gd name="csX12" fmla="*/ 47660 w 3090985"/>
              <a:gd name="csY12" fmla="*/ 4258649 h 4429567"/>
              <a:gd name="csX0" fmla="*/ 47660 w 3156177"/>
              <a:gd name="csY0" fmla="*/ 4258649 h 4429567"/>
              <a:gd name="csX1" fmla="*/ 2395 w 3156177"/>
              <a:gd name="csY1" fmla="*/ 4095686 h 4429567"/>
              <a:gd name="csX2" fmla="*/ 47660 w 3156177"/>
              <a:gd name="csY2" fmla="*/ 311338 h 4429567"/>
              <a:gd name="csX3" fmla="*/ 382640 w 3156177"/>
              <a:gd name="csY3" fmla="*/ 211750 h 4429567"/>
              <a:gd name="csX4" fmla="*/ 2908555 w 3156177"/>
              <a:gd name="csY4" fmla="*/ 202696 h 4429567"/>
              <a:gd name="csX5" fmla="*/ 3062467 w 3156177"/>
              <a:gd name="csY5" fmla="*/ 374713 h 4429567"/>
              <a:gd name="csX6" fmla="*/ 3089624 w 3156177"/>
              <a:gd name="csY6" fmla="*/ 1397753 h 4429567"/>
              <a:gd name="csX7" fmla="*/ 2709383 w 3156177"/>
              <a:gd name="csY7" fmla="*/ 1578825 h 4429567"/>
              <a:gd name="csX8" fmla="*/ 572762 w 3156177"/>
              <a:gd name="csY8" fmla="*/ 1542609 h 4429567"/>
              <a:gd name="csX9" fmla="*/ 310212 w 3156177"/>
              <a:gd name="csY9" fmla="*/ 1759894 h 4429567"/>
              <a:gd name="csX10" fmla="*/ 346424 w 3156177"/>
              <a:gd name="csY10" fmla="*/ 4059472 h 4429567"/>
              <a:gd name="csX11" fmla="*/ 328319 w 3156177"/>
              <a:gd name="csY11" fmla="*/ 4258649 h 4429567"/>
              <a:gd name="csX12" fmla="*/ 47660 w 3156177"/>
              <a:gd name="csY12" fmla="*/ 4258649 h 4429567"/>
              <a:gd name="csX0" fmla="*/ 47660 w 3159075"/>
              <a:gd name="csY0" fmla="*/ 4258649 h 4429567"/>
              <a:gd name="csX1" fmla="*/ 2395 w 3159075"/>
              <a:gd name="csY1" fmla="*/ 4095686 h 4429567"/>
              <a:gd name="csX2" fmla="*/ 47660 w 3159075"/>
              <a:gd name="csY2" fmla="*/ 311338 h 4429567"/>
              <a:gd name="csX3" fmla="*/ 382640 w 3159075"/>
              <a:gd name="csY3" fmla="*/ 211750 h 4429567"/>
              <a:gd name="csX4" fmla="*/ 2908555 w 3159075"/>
              <a:gd name="csY4" fmla="*/ 202696 h 4429567"/>
              <a:gd name="csX5" fmla="*/ 3062467 w 3159075"/>
              <a:gd name="csY5" fmla="*/ 374713 h 4429567"/>
              <a:gd name="csX6" fmla="*/ 3089624 w 3159075"/>
              <a:gd name="csY6" fmla="*/ 1397753 h 4429567"/>
              <a:gd name="csX7" fmla="*/ 2709383 w 3159075"/>
              <a:gd name="csY7" fmla="*/ 1578825 h 4429567"/>
              <a:gd name="csX8" fmla="*/ 572762 w 3159075"/>
              <a:gd name="csY8" fmla="*/ 1542609 h 4429567"/>
              <a:gd name="csX9" fmla="*/ 310212 w 3159075"/>
              <a:gd name="csY9" fmla="*/ 1759894 h 4429567"/>
              <a:gd name="csX10" fmla="*/ 346424 w 3159075"/>
              <a:gd name="csY10" fmla="*/ 4059472 h 4429567"/>
              <a:gd name="csX11" fmla="*/ 328319 w 3159075"/>
              <a:gd name="csY11" fmla="*/ 4258649 h 4429567"/>
              <a:gd name="csX12" fmla="*/ 47660 w 3159075"/>
              <a:gd name="csY12" fmla="*/ 4258649 h 4429567"/>
              <a:gd name="csX0" fmla="*/ 47660 w 3110434"/>
              <a:gd name="csY0" fmla="*/ 4258649 h 4429567"/>
              <a:gd name="csX1" fmla="*/ 2395 w 3110434"/>
              <a:gd name="csY1" fmla="*/ 4095686 h 4429567"/>
              <a:gd name="csX2" fmla="*/ 47660 w 3110434"/>
              <a:gd name="csY2" fmla="*/ 311338 h 4429567"/>
              <a:gd name="csX3" fmla="*/ 382640 w 3110434"/>
              <a:gd name="csY3" fmla="*/ 211750 h 4429567"/>
              <a:gd name="csX4" fmla="*/ 2908555 w 3110434"/>
              <a:gd name="csY4" fmla="*/ 202696 h 4429567"/>
              <a:gd name="csX5" fmla="*/ 3062467 w 3110434"/>
              <a:gd name="csY5" fmla="*/ 374713 h 4429567"/>
              <a:gd name="csX6" fmla="*/ 3089624 w 3110434"/>
              <a:gd name="csY6" fmla="*/ 1397753 h 4429567"/>
              <a:gd name="csX7" fmla="*/ 2709383 w 3110434"/>
              <a:gd name="csY7" fmla="*/ 1578825 h 4429567"/>
              <a:gd name="csX8" fmla="*/ 572762 w 3110434"/>
              <a:gd name="csY8" fmla="*/ 1542609 h 4429567"/>
              <a:gd name="csX9" fmla="*/ 310212 w 3110434"/>
              <a:gd name="csY9" fmla="*/ 1759894 h 4429567"/>
              <a:gd name="csX10" fmla="*/ 346424 w 3110434"/>
              <a:gd name="csY10" fmla="*/ 4059472 h 4429567"/>
              <a:gd name="csX11" fmla="*/ 328319 w 3110434"/>
              <a:gd name="csY11" fmla="*/ 4258649 h 4429567"/>
              <a:gd name="csX12" fmla="*/ 47660 w 3110434"/>
              <a:gd name="csY12" fmla="*/ 4258649 h 4429567"/>
              <a:gd name="csX0" fmla="*/ 47660 w 3172388"/>
              <a:gd name="csY0" fmla="*/ 4258649 h 4429567"/>
              <a:gd name="csX1" fmla="*/ 2395 w 3172388"/>
              <a:gd name="csY1" fmla="*/ 4095686 h 4429567"/>
              <a:gd name="csX2" fmla="*/ 47660 w 3172388"/>
              <a:gd name="csY2" fmla="*/ 311338 h 4429567"/>
              <a:gd name="csX3" fmla="*/ 382640 w 3172388"/>
              <a:gd name="csY3" fmla="*/ 211750 h 4429567"/>
              <a:gd name="csX4" fmla="*/ 2908555 w 3172388"/>
              <a:gd name="csY4" fmla="*/ 202696 h 4429567"/>
              <a:gd name="csX5" fmla="*/ 3089627 w 3172388"/>
              <a:gd name="csY5" fmla="*/ 465248 h 4429567"/>
              <a:gd name="csX6" fmla="*/ 3089624 w 3172388"/>
              <a:gd name="csY6" fmla="*/ 1397753 h 4429567"/>
              <a:gd name="csX7" fmla="*/ 2709383 w 3172388"/>
              <a:gd name="csY7" fmla="*/ 1578825 h 4429567"/>
              <a:gd name="csX8" fmla="*/ 572762 w 3172388"/>
              <a:gd name="csY8" fmla="*/ 1542609 h 4429567"/>
              <a:gd name="csX9" fmla="*/ 310212 w 3172388"/>
              <a:gd name="csY9" fmla="*/ 1759894 h 4429567"/>
              <a:gd name="csX10" fmla="*/ 346424 w 3172388"/>
              <a:gd name="csY10" fmla="*/ 4059472 h 4429567"/>
              <a:gd name="csX11" fmla="*/ 328319 w 3172388"/>
              <a:gd name="csY11" fmla="*/ 4258649 h 4429567"/>
              <a:gd name="csX12" fmla="*/ 47660 w 3172388"/>
              <a:gd name="csY12" fmla="*/ 4258649 h 4429567"/>
              <a:gd name="csX0" fmla="*/ 47660 w 3118129"/>
              <a:gd name="csY0" fmla="*/ 4258265 h 4429183"/>
              <a:gd name="csX1" fmla="*/ 2395 w 3118129"/>
              <a:gd name="csY1" fmla="*/ 4095302 h 4429183"/>
              <a:gd name="csX2" fmla="*/ 47660 w 3118129"/>
              <a:gd name="csY2" fmla="*/ 310954 h 4429183"/>
              <a:gd name="csX3" fmla="*/ 382640 w 3118129"/>
              <a:gd name="csY3" fmla="*/ 211366 h 4429183"/>
              <a:gd name="csX4" fmla="*/ 2709379 w 3118129"/>
              <a:gd name="csY4" fmla="*/ 193258 h 4429183"/>
              <a:gd name="csX5" fmla="*/ 3089627 w 3118129"/>
              <a:gd name="csY5" fmla="*/ 464864 h 4429183"/>
              <a:gd name="csX6" fmla="*/ 3089624 w 3118129"/>
              <a:gd name="csY6" fmla="*/ 1397369 h 4429183"/>
              <a:gd name="csX7" fmla="*/ 2709383 w 3118129"/>
              <a:gd name="csY7" fmla="*/ 1578441 h 4429183"/>
              <a:gd name="csX8" fmla="*/ 572762 w 3118129"/>
              <a:gd name="csY8" fmla="*/ 1542225 h 4429183"/>
              <a:gd name="csX9" fmla="*/ 310212 w 3118129"/>
              <a:gd name="csY9" fmla="*/ 1759510 h 4429183"/>
              <a:gd name="csX10" fmla="*/ 346424 w 3118129"/>
              <a:gd name="csY10" fmla="*/ 4059088 h 4429183"/>
              <a:gd name="csX11" fmla="*/ 328319 w 3118129"/>
              <a:gd name="csY11" fmla="*/ 4258265 h 4429183"/>
              <a:gd name="csX12" fmla="*/ 47660 w 3118129"/>
              <a:gd name="csY12" fmla="*/ 4258265 h 4429183"/>
              <a:gd name="csX0" fmla="*/ 47660 w 3118129"/>
              <a:gd name="csY0" fmla="*/ 4258265 h 4429183"/>
              <a:gd name="csX1" fmla="*/ 2395 w 3118129"/>
              <a:gd name="csY1" fmla="*/ 4095302 h 4429183"/>
              <a:gd name="csX2" fmla="*/ 47660 w 3118129"/>
              <a:gd name="csY2" fmla="*/ 310954 h 4429183"/>
              <a:gd name="csX3" fmla="*/ 382640 w 3118129"/>
              <a:gd name="csY3" fmla="*/ 211366 h 4429183"/>
              <a:gd name="csX4" fmla="*/ 2709379 w 3118129"/>
              <a:gd name="csY4" fmla="*/ 193258 h 4429183"/>
              <a:gd name="csX5" fmla="*/ 3089627 w 3118129"/>
              <a:gd name="csY5" fmla="*/ 464864 h 4429183"/>
              <a:gd name="csX6" fmla="*/ 3089624 w 3118129"/>
              <a:gd name="csY6" fmla="*/ 1397369 h 4429183"/>
              <a:gd name="csX7" fmla="*/ 2709383 w 3118129"/>
              <a:gd name="csY7" fmla="*/ 1578441 h 4429183"/>
              <a:gd name="csX8" fmla="*/ 572762 w 3118129"/>
              <a:gd name="csY8" fmla="*/ 1542225 h 4429183"/>
              <a:gd name="csX9" fmla="*/ 310212 w 3118129"/>
              <a:gd name="csY9" fmla="*/ 1759510 h 4429183"/>
              <a:gd name="csX10" fmla="*/ 346424 w 3118129"/>
              <a:gd name="csY10" fmla="*/ 4059088 h 4429183"/>
              <a:gd name="csX11" fmla="*/ 328319 w 3118129"/>
              <a:gd name="csY11" fmla="*/ 4258265 h 4429183"/>
              <a:gd name="csX12" fmla="*/ 47660 w 3118129"/>
              <a:gd name="csY12" fmla="*/ 4258265 h 4429183"/>
              <a:gd name="csX0" fmla="*/ 53819 w 3124288"/>
              <a:gd name="csY0" fmla="*/ 4261697 h 4432615"/>
              <a:gd name="csX1" fmla="*/ 8554 w 3124288"/>
              <a:gd name="csY1" fmla="*/ 4098734 h 4432615"/>
              <a:gd name="csX2" fmla="*/ 53819 w 3124288"/>
              <a:gd name="csY2" fmla="*/ 314386 h 4432615"/>
              <a:gd name="csX3" fmla="*/ 506494 w 3124288"/>
              <a:gd name="csY3" fmla="*/ 205745 h 4432615"/>
              <a:gd name="csX4" fmla="*/ 2715538 w 3124288"/>
              <a:gd name="csY4" fmla="*/ 196690 h 4432615"/>
              <a:gd name="csX5" fmla="*/ 3095786 w 3124288"/>
              <a:gd name="csY5" fmla="*/ 468296 h 4432615"/>
              <a:gd name="csX6" fmla="*/ 3095783 w 3124288"/>
              <a:gd name="csY6" fmla="*/ 1400801 h 4432615"/>
              <a:gd name="csX7" fmla="*/ 2715542 w 3124288"/>
              <a:gd name="csY7" fmla="*/ 1581873 h 4432615"/>
              <a:gd name="csX8" fmla="*/ 578921 w 3124288"/>
              <a:gd name="csY8" fmla="*/ 1545657 h 4432615"/>
              <a:gd name="csX9" fmla="*/ 316371 w 3124288"/>
              <a:gd name="csY9" fmla="*/ 1762942 h 4432615"/>
              <a:gd name="csX10" fmla="*/ 352583 w 3124288"/>
              <a:gd name="csY10" fmla="*/ 4062520 h 4432615"/>
              <a:gd name="csX11" fmla="*/ 334478 w 3124288"/>
              <a:gd name="csY11" fmla="*/ 4261697 h 4432615"/>
              <a:gd name="csX12" fmla="*/ 53819 w 3124288"/>
              <a:gd name="csY12" fmla="*/ 4261697 h 4432615"/>
              <a:gd name="csX0" fmla="*/ 53819 w 3124288"/>
              <a:gd name="csY0" fmla="*/ 4261697 h 4432615"/>
              <a:gd name="csX1" fmla="*/ 8554 w 3124288"/>
              <a:gd name="csY1" fmla="*/ 4098734 h 4432615"/>
              <a:gd name="csX2" fmla="*/ 53819 w 3124288"/>
              <a:gd name="csY2" fmla="*/ 314386 h 4432615"/>
              <a:gd name="csX3" fmla="*/ 506494 w 3124288"/>
              <a:gd name="csY3" fmla="*/ 205745 h 4432615"/>
              <a:gd name="csX4" fmla="*/ 2715538 w 3124288"/>
              <a:gd name="csY4" fmla="*/ 196690 h 4432615"/>
              <a:gd name="csX5" fmla="*/ 3095786 w 3124288"/>
              <a:gd name="csY5" fmla="*/ 468296 h 4432615"/>
              <a:gd name="csX6" fmla="*/ 3095783 w 3124288"/>
              <a:gd name="csY6" fmla="*/ 1400801 h 4432615"/>
              <a:gd name="csX7" fmla="*/ 2715542 w 3124288"/>
              <a:gd name="csY7" fmla="*/ 1581873 h 4432615"/>
              <a:gd name="csX8" fmla="*/ 578921 w 3124288"/>
              <a:gd name="csY8" fmla="*/ 1545657 h 4432615"/>
              <a:gd name="csX9" fmla="*/ 316371 w 3124288"/>
              <a:gd name="csY9" fmla="*/ 1762942 h 4432615"/>
              <a:gd name="csX10" fmla="*/ 352583 w 3124288"/>
              <a:gd name="csY10" fmla="*/ 4062520 h 4432615"/>
              <a:gd name="csX11" fmla="*/ 334478 w 3124288"/>
              <a:gd name="csY11" fmla="*/ 4261697 h 4432615"/>
              <a:gd name="csX12" fmla="*/ 53819 w 3124288"/>
              <a:gd name="csY12" fmla="*/ 4261697 h 4432615"/>
              <a:gd name="csX0" fmla="*/ 69404 w 3139873"/>
              <a:gd name="csY0" fmla="*/ 4248474 h 4419392"/>
              <a:gd name="csX1" fmla="*/ 24139 w 3139873"/>
              <a:gd name="csY1" fmla="*/ 4085511 h 4419392"/>
              <a:gd name="csX2" fmla="*/ 42243 w 3139873"/>
              <a:gd name="csY2" fmla="*/ 319270 h 4419392"/>
              <a:gd name="csX3" fmla="*/ 522079 w 3139873"/>
              <a:gd name="csY3" fmla="*/ 192522 h 4419392"/>
              <a:gd name="csX4" fmla="*/ 2731123 w 3139873"/>
              <a:gd name="csY4" fmla="*/ 183467 h 4419392"/>
              <a:gd name="csX5" fmla="*/ 3111371 w 3139873"/>
              <a:gd name="csY5" fmla="*/ 455073 h 4419392"/>
              <a:gd name="csX6" fmla="*/ 3111368 w 3139873"/>
              <a:gd name="csY6" fmla="*/ 1387578 h 4419392"/>
              <a:gd name="csX7" fmla="*/ 2731127 w 3139873"/>
              <a:gd name="csY7" fmla="*/ 1568650 h 4419392"/>
              <a:gd name="csX8" fmla="*/ 594506 w 3139873"/>
              <a:gd name="csY8" fmla="*/ 1532434 h 4419392"/>
              <a:gd name="csX9" fmla="*/ 331956 w 3139873"/>
              <a:gd name="csY9" fmla="*/ 1749719 h 4419392"/>
              <a:gd name="csX10" fmla="*/ 368168 w 3139873"/>
              <a:gd name="csY10" fmla="*/ 4049297 h 4419392"/>
              <a:gd name="csX11" fmla="*/ 350063 w 3139873"/>
              <a:gd name="csY11" fmla="*/ 4248474 h 4419392"/>
              <a:gd name="csX12" fmla="*/ 69404 w 3139873"/>
              <a:gd name="csY12" fmla="*/ 4248474 h 4419392"/>
              <a:gd name="csX0" fmla="*/ 45832 w 3116301"/>
              <a:gd name="csY0" fmla="*/ 4087341 h 4258259"/>
              <a:gd name="csX1" fmla="*/ 567 w 3116301"/>
              <a:gd name="csY1" fmla="*/ 3924378 h 4258259"/>
              <a:gd name="csX2" fmla="*/ 18671 w 3116301"/>
              <a:gd name="csY2" fmla="*/ 158137 h 4258259"/>
              <a:gd name="csX3" fmla="*/ 498507 w 3116301"/>
              <a:gd name="csY3" fmla="*/ 31389 h 4258259"/>
              <a:gd name="csX4" fmla="*/ 2707551 w 3116301"/>
              <a:gd name="csY4" fmla="*/ 22334 h 4258259"/>
              <a:gd name="csX5" fmla="*/ 3087799 w 3116301"/>
              <a:gd name="csY5" fmla="*/ 293940 h 4258259"/>
              <a:gd name="csX6" fmla="*/ 3087796 w 3116301"/>
              <a:gd name="csY6" fmla="*/ 1226445 h 4258259"/>
              <a:gd name="csX7" fmla="*/ 2707555 w 3116301"/>
              <a:gd name="csY7" fmla="*/ 1407517 h 4258259"/>
              <a:gd name="csX8" fmla="*/ 570934 w 3116301"/>
              <a:gd name="csY8" fmla="*/ 1371301 h 4258259"/>
              <a:gd name="csX9" fmla="*/ 308384 w 3116301"/>
              <a:gd name="csY9" fmla="*/ 1588586 h 4258259"/>
              <a:gd name="csX10" fmla="*/ 344596 w 3116301"/>
              <a:gd name="csY10" fmla="*/ 3888164 h 4258259"/>
              <a:gd name="csX11" fmla="*/ 326491 w 3116301"/>
              <a:gd name="csY11" fmla="*/ 4087341 h 4258259"/>
              <a:gd name="csX12" fmla="*/ 45832 w 3116301"/>
              <a:gd name="csY12" fmla="*/ 4087341 h 4258259"/>
              <a:gd name="csX0" fmla="*/ 55923 w 3126392"/>
              <a:gd name="csY0" fmla="*/ 4091691 h 4262609"/>
              <a:gd name="csX1" fmla="*/ 10658 w 3126392"/>
              <a:gd name="csY1" fmla="*/ 3928728 h 4262609"/>
              <a:gd name="csX2" fmla="*/ 1602 w 3126392"/>
              <a:gd name="csY2" fmla="*/ 253021 h 4262609"/>
              <a:gd name="csX3" fmla="*/ 508598 w 3126392"/>
              <a:gd name="csY3" fmla="*/ 35739 h 4262609"/>
              <a:gd name="csX4" fmla="*/ 2717642 w 3126392"/>
              <a:gd name="csY4" fmla="*/ 26684 h 4262609"/>
              <a:gd name="csX5" fmla="*/ 3097890 w 3126392"/>
              <a:gd name="csY5" fmla="*/ 298290 h 4262609"/>
              <a:gd name="csX6" fmla="*/ 3097887 w 3126392"/>
              <a:gd name="csY6" fmla="*/ 1230795 h 4262609"/>
              <a:gd name="csX7" fmla="*/ 2717646 w 3126392"/>
              <a:gd name="csY7" fmla="*/ 1411867 h 4262609"/>
              <a:gd name="csX8" fmla="*/ 581025 w 3126392"/>
              <a:gd name="csY8" fmla="*/ 1375651 h 4262609"/>
              <a:gd name="csX9" fmla="*/ 318475 w 3126392"/>
              <a:gd name="csY9" fmla="*/ 1592936 h 4262609"/>
              <a:gd name="csX10" fmla="*/ 354687 w 3126392"/>
              <a:gd name="csY10" fmla="*/ 3892514 h 4262609"/>
              <a:gd name="csX11" fmla="*/ 336582 w 3126392"/>
              <a:gd name="csY11" fmla="*/ 4091691 h 4262609"/>
              <a:gd name="csX12" fmla="*/ 55923 w 3126392"/>
              <a:gd name="csY12" fmla="*/ 4091691 h 4262609"/>
              <a:gd name="csX0" fmla="*/ 55158 w 3125627"/>
              <a:gd name="csY0" fmla="*/ 4091691 h 4262609"/>
              <a:gd name="csX1" fmla="*/ 9893 w 3125627"/>
              <a:gd name="csY1" fmla="*/ 3928728 h 4262609"/>
              <a:gd name="csX2" fmla="*/ 837 w 3125627"/>
              <a:gd name="csY2" fmla="*/ 253021 h 4262609"/>
              <a:gd name="csX3" fmla="*/ 507833 w 3125627"/>
              <a:gd name="csY3" fmla="*/ 35739 h 4262609"/>
              <a:gd name="csX4" fmla="*/ 2716877 w 3125627"/>
              <a:gd name="csY4" fmla="*/ 26684 h 4262609"/>
              <a:gd name="csX5" fmla="*/ 3097125 w 3125627"/>
              <a:gd name="csY5" fmla="*/ 298290 h 4262609"/>
              <a:gd name="csX6" fmla="*/ 3097122 w 3125627"/>
              <a:gd name="csY6" fmla="*/ 1230795 h 4262609"/>
              <a:gd name="csX7" fmla="*/ 2716881 w 3125627"/>
              <a:gd name="csY7" fmla="*/ 1411867 h 4262609"/>
              <a:gd name="csX8" fmla="*/ 580260 w 3125627"/>
              <a:gd name="csY8" fmla="*/ 1375651 h 4262609"/>
              <a:gd name="csX9" fmla="*/ 317710 w 3125627"/>
              <a:gd name="csY9" fmla="*/ 1592936 h 4262609"/>
              <a:gd name="csX10" fmla="*/ 353922 w 3125627"/>
              <a:gd name="csY10" fmla="*/ 3892514 h 4262609"/>
              <a:gd name="csX11" fmla="*/ 335817 w 3125627"/>
              <a:gd name="csY11" fmla="*/ 4091691 h 4262609"/>
              <a:gd name="csX12" fmla="*/ 55158 w 3125627"/>
              <a:gd name="csY12" fmla="*/ 4091691 h 4262609"/>
              <a:gd name="csX0" fmla="*/ 55158 w 3125627"/>
              <a:gd name="csY0" fmla="*/ 4091691 h 4262609"/>
              <a:gd name="csX1" fmla="*/ 9893 w 3125627"/>
              <a:gd name="csY1" fmla="*/ 3928728 h 4262609"/>
              <a:gd name="csX2" fmla="*/ 837 w 3125627"/>
              <a:gd name="csY2" fmla="*/ 253021 h 4262609"/>
              <a:gd name="csX3" fmla="*/ 507833 w 3125627"/>
              <a:gd name="csY3" fmla="*/ 35739 h 4262609"/>
              <a:gd name="csX4" fmla="*/ 2716877 w 3125627"/>
              <a:gd name="csY4" fmla="*/ 26684 h 4262609"/>
              <a:gd name="csX5" fmla="*/ 3097125 w 3125627"/>
              <a:gd name="csY5" fmla="*/ 298290 h 4262609"/>
              <a:gd name="csX6" fmla="*/ 3097122 w 3125627"/>
              <a:gd name="csY6" fmla="*/ 1230795 h 4262609"/>
              <a:gd name="csX7" fmla="*/ 2716881 w 3125627"/>
              <a:gd name="csY7" fmla="*/ 1411867 h 4262609"/>
              <a:gd name="csX8" fmla="*/ 616474 w 3125627"/>
              <a:gd name="csY8" fmla="*/ 1420918 h 4262609"/>
              <a:gd name="csX9" fmla="*/ 317710 w 3125627"/>
              <a:gd name="csY9" fmla="*/ 1592936 h 4262609"/>
              <a:gd name="csX10" fmla="*/ 353922 w 3125627"/>
              <a:gd name="csY10" fmla="*/ 3892514 h 4262609"/>
              <a:gd name="csX11" fmla="*/ 335817 w 3125627"/>
              <a:gd name="csY11" fmla="*/ 4091691 h 4262609"/>
              <a:gd name="csX12" fmla="*/ 55158 w 3125627"/>
              <a:gd name="csY12" fmla="*/ 4091691 h 4262609"/>
              <a:gd name="csX0" fmla="*/ 55158 w 3125627"/>
              <a:gd name="csY0" fmla="*/ 4091691 h 4262609"/>
              <a:gd name="csX1" fmla="*/ 9893 w 3125627"/>
              <a:gd name="csY1" fmla="*/ 3928728 h 4262609"/>
              <a:gd name="csX2" fmla="*/ 837 w 3125627"/>
              <a:gd name="csY2" fmla="*/ 253021 h 4262609"/>
              <a:gd name="csX3" fmla="*/ 507833 w 3125627"/>
              <a:gd name="csY3" fmla="*/ 35739 h 4262609"/>
              <a:gd name="csX4" fmla="*/ 2716877 w 3125627"/>
              <a:gd name="csY4" fmla="*/ 26684 h 4262609"/>
              <a:gd name="csX5" fmla="*/ 3097125 w 3125627"/>
              <a:gd name="csY5" fmla="*/ 298290 h 4262609"/>
              <a:gd name="csX6" fmla="*/ 3097122 w 3125627"/>
              <a:gd name="csY6" fmla="*/ 1230795 h 4262609"/>
              <a:gd name="csX7" fmla="*/ 2716881 w 3125627"/>
              <a:gd name="csY7" fmla="*/ 1411867 h 4262609"/>
              <a:gd name="csX8" fmla="*/ 616474 w 3125627"/>
              <a:gd name="csY8" fmla="*/ 1420918 h 4262609"/>
              <a:gd name="csX9" fmla="*/ 317710 w 3125627"/>
              <a:gd name="csY9" fmla="*/ 1592936 h 4262609"/>
              <a:gd name="csX10" fmla="*/ 353922 w 3125627"/>
              <a:gd name="csY10" fmla="*/ 3892514 h 4262609"/>
              <a:gd name="csX11" fmla="*/ 335817 w 3125627"/>
              <a:gd name="csY11" fmla="*/ 4091691 h 4262609"/>
              <a:gd name="csX12" fmla="*/ 55158 w 3125627"/>
              <a:gd name="csY12" fmla="*/ 4091691 h 4262609"/>
              <a:gd name="csX0" fmla="*/ 55158 w 3125627"/>
              <a:gd name="csY0" fmla="*/ 4091691 h 4262609"/>
              <a:gd name="csX1" fmla="*/ 9893 w 3125627"/>
              <a:gd name="csY1" fmla="*/ 3928728 h 4262609"/>
              <a:gd name="csX2" fmla="*/ 837 w 3125627"/>
              <a:gd name="csY2" fmla="*/ 253021 h 4262609"/>
              <a:gd name="csX3" fmla="*/ 507833 w 3125627"/>
              <a:gd name="csY3" fmla="*/ 35739 h 4262609"/>
              <a:gd name="csX4" fmla="*/ 2716877 w 3125627"/>
              <a:gd name="csY4" fmla="*/ 26684 h 4262609"/>
              <a:gd name="csX5" fmla="*/ 3097125 w 3125627"/>
              <a:gd name="csY5" fmla="*/ 298290 h 4262609"/>
              <a:gd name="csX6" fmla="*/ 3097122 w 3125627"/>
              <a:gd name="csY6" fmla="*/ 1230795 h 4262609"/>
              <a:gd name="csX7" fmla="*/ 2716881 w 3125627"/>
              <a:gd name="csY7" fmla="*/ 1411867 h 4262609"/>
              <a:gd name="csX8" fmla="*/ 616474 w 3125627"/>
              <a:gd name="csY8" fmla="*/ 1420918 h 4262609"/>
              <a:gd name="csX9" fmla="*/ 317710 w 3125627"/>
              <a:gd name="csY9" fmla="*/ 1592936 h 4262609"/>
              <a:gd name="csX10" fmla="*/ 353922 w 3125627"/>
              <a:gd name="csY10" fmla="*/ 3892514 h 4262609"/>
              <a:gd name="csX11" fmla="*/ 335817 w 3125627"/>
              <a:gd name="csY11" fmla="*/ 4091691 h 4262609"/>
              <a:gd name="csX12" fmla="*/ 55158 w 3125627"/>
              <a:gd name="csY12" fmla="*/ 4091691 h 4262609"/>
              <a:gd name="csX0" fmla="*/ 55158 w 3125627"/>
              <a:gd name="csY0" fmla="*/ 4091691 h 4270298"/>
              <a:gd name="csX1" fmla="*/ 9893 w 3125627"/>
              <a:gd name="csY1" fmla="*/ 3928728 h 4270298"/>
              <a:gd name="csX2" fmla="*/ 837 w 3125627"/>
              <a:gd name="csY2" fmla="*/ 253021 h 4270298"/>
              <a:gd name="csX3" fmla="*/ 507833 w 3125627"/>
              <a:gd name="csY3" fmla="*/ 35739 h 4270298"/>
              <a:gd name="csX4" fmla="*/ 2716877 w 3125627"/>
              <a:gd name="csY4" fmla="*/ 26684 h 4270298"/>
              <a:gd name="csX5" fmla="*/ 3097125 w 3125627"/>
              <a:gd name="csY5" fmla="*/ 298290 h 4270298"/>
              <a:gd name="csX6" fmla="*/ 3097122 w 3125627"/>
              <a:gd name="csY6" fmla="*/ 1230795 h 4270298"/>
              <a:gd name="csX7" fmla="*/ 2716881 w 3125627"/>
              <a:gd name="csY7" fmla="*/ 1411867 h 4270298"/>
              <a:gd name="csX8" fmla="*/ 616474 w 3125627"/>
              <a:gd name="csY8" fmla="*/ 1420918 h 4270298"/>
              <a:gd name="csX9" fmla="*/ 317710 w 3125627"/>
              <a:gd name="csY9" fmla="*/ 1592936 h 4270298"/>
              <a:gd name="csX10" fmla="*/ 353922 w 3125627"/>
              <a:gd name="csY10" fmla="*/ 3892514 h 4270298"/>
              <a:gd name="csX11" fmla="*/ 335817 w 3125627"/>
              <a:gd name="csY11" fmla="*/ 4091691 h 4270298"/>
              <a:gd name="csX12" fmla="*/ 55158 w 3125627"/>
              <a:gd name="csY12" fmla="*/ 4091691 h 4270298"/>
              <a:gd name="csX0" fmla="*/ 55158 w 3125627"/>
              <a:gd name="csY0" fmla="*/ 4091691 h 4147794"/>
              <a:gd name="csX1" fmla="*/ 9893 w 3125627"/>
              <a:gd name="csY1" fmla="*/ 3928728 h 4147794"/>
              <a:gd name="csX2" fmla="*/ 837 w 3125627"/>
              <a:gd name="csY2" fmla="*/ 253021 h 4147794"/>
              <a:gd name="csX3" fmla="*/ 507833 w 3125627"/>
              <a:gd name="csY3" fmla="*/ 35739 h 4147794"/>
              <a:gd name="csX4" fmla="*/ 2716877 w 3125627"/>
              <a:gd name="csY4" fmla="*/ 26684 h 4147794"/>
              <a:gd name="csX5" fmla="*/ 3097125 w 3125627"/>
              <a:gd name="csY5" fmla="*/ 298290 h 4147794"/>
              <a:gd name="csX6" fmla="*/ 3097122 w 3125627"/>
              <a:gd name="csY6" fmla="*/ 1230795 h 4147794"/>
              <a:gd name="csX7" fmla="*/ 2716881 w 3125627"/>
              <a:gd name="csY7" fmla="*/ 1411867 h 4147794"/>
              <a:gd name="csX8" fmla="*/ 616474 w 3125627"/>
              <a:gd name="csY8" fmla="*/ 1420918 h 4147794"/>
              <a:gd name="csX9" fmla="*/ 317710 w 3125627"/>
              <a:gd name="csY9" fmla="*/ 1592936 h 4147794"/>
              <a:gd name="csX10" fmla="*/ 353922 w 3125627"/>
              <a:gd name="csY10" fmla="*/ 3892514 h 4147794"/>
              <a:gd name="csX11" fmla="*/ 335817 w 3125627"/>
              <a:gd name="csY11" fmla="*/ 4091691 h 4147794"/>
              <a:gd name="csX12" fmla="*/ 55158 w 3125627"/>
              <a:gd name="csY12" fmla="*/ 4091691 h 4147794"/>
              <a:gd name="csX0" fmla="*/ 55158 w 3125627"/>
              <a:gd name="csY0" fmla="*/ 4091691 h 4147794"/>
              <a:gd name="csX1" fmla="*/ 9893 w 3125627"/>
              <a:gd name="csY1" fmla="*/ 3928728 h 4147794"/>
              <a:gd name="csX2" fmla="*/ 837 w 3125627"/>
              <a:gd name="csY2" fmla="*/ 253021 h 4147794"/>
              <a:gd name="csX3" fmla="*/ 507833 w 3125627"/>
              <a:gd name="csY3" fmla="*/ 35739 h 4147794"/>
              <a:gd name="csX4" fmla="*/ 2716877 w 3125627"/>
              <a:gd name="csY4" fmla="*/ 26684 h 4147794"/>
              <a:gd name="csX5" fmla="*/ 3097125 w 3125627"/>
              <a:gd name="csY5" fmla="*/ 298290 h 4147794"/>
              <a:gd name="csX6" fmla="*/ 3097122 w 3125627"/>
              <a:gd name="csY6" fmla="*/ 1230795 h 4147794"/>
              <a:gd name="csX7" fmla="*/ 2716881 w 3125627"/>
              <a:gd name="csY7" fmla="*/ 1411867 h 4147794"/>
              <a:gd name="csX8" fmla="*/ 616474 w 3125627"/>
              <a:gd name="csY8" fmla="*/ 1420918 h 4147794"/>
              <a:gd name="csX9" fmla="*/ 317710 w 3125627"/>
              <a:gd name="csY9" fmla="*/ 1592936 h 4147794"/>
              <a:gd name="csX10" fmla="*/ 353922 w 3125627"/>
              <a:gd name="csY10" fmla="*/ 3892514 h 4147794"/>
              <a:gd name="csX11" fmla="*/ 263389 w 3125627"/>
              <a:gd name="csY11" fmla="*/ 4091691 h 4147794"/>
              <a:gd name="csX12" fmla="*/ 55158 w 3125627"/>
              <a:gd name="csY12" fmla="*/ 4091691 h 4147794"/>
              <a:gd name="csX0" fmla="*/ 55158 w 3125627"/>
              <a:gd name="csY0" fmla="*/ 4091691 h 4162453"/>
              <a:gd name="csX1" fmla="*/ 9893 w 3125627"/>
              <a:gd name="csY1" fmla="*/ 3928728 h 4162453"/>
              <a:gd name="csX2" fmla="*/ 837 w 3125627"/>
              <a:gd name="csY2" fmla="*/ 253021 h 4162453"/>
              <a:gd name="csX3" fmla="*/ 507833 w 3125627"/>
              <a:gd name="csY3" fmla="*/ 35739 h 4162453"/>
              <a:gd name="csX4" fmla="*/ 2716877 w 3125627"/>
              <a:gd name="csY4" fmla="*/ 26684 h 4162453"/>
              <a:gd name="csX5" fmla="*/ 3097125 w 3125627"/>
              <a:gd name="csY5" fmla="*/ 298290 h 4162453"/>
              <a:gd name="csX6" fmla="*/ 3097122 w 3125627"/>
              <a:gd name="csY6" fmla="*/ 1230795 h 4162453"/>
              <a:gd name="csX7" fmla="*/ 2716881 w 3125627"/>
              <a:gd name="csY7" fmla="*/ 1411867 h 4162453"/>
              <a:gd name="csX8" fmla="*/ 616474 w 3125627"/>
              <a:gd name="csY8" fmla="*/ 1420918 h 4162453"/>
              <a:gd name="csX9" fmla="*/ 317710 w 3125627"/>
              <a:gd name="csY9" fmla="*/ 1592936 h 4162453"/>
              <a:gd name="csX10" fmla="*/ 335815 w 3125627"/>
              <a:gd name="csY10" fmla="*/ 3919674 h 4162453"/>
              <a:gd name="csX11" fmla="*/ 263389 w 3125627"/>
              <a:gd name="csY11" fmla="*/ 4091691 h 4162453"/>
              <a:gd name="csX12" fmla="*/ 55158 w 3125627"/>
              <a:gd name="csY12" fmla="*/ 4091691 h 4162453"/>
              <a:gd name="csX0" fmla="*/ 55158 w 3125627"/>
              <a:gd name="csY0" fmla="*/ 4091691 h 4104104"/>
              <a:gd name="csX1" fmla="*/ 9893 w 3125627"/>
              <a:gd name="csY1" fmla="*/ 3928728 h 4104104"/>
              <a:gd name="csX2" fmla="*/ 837 w 3125627"/>
              <a:gd name="csY2" fmla="*/ 253021 h 4104104"/>
              <a:gd name="csX3" fmla="*/ 507833 w 3125627"/>
              <a:gd name="csY3" fmla="*/ 35739 h 4104104"/>
              <a:gd name="csX4" fmla="*/ 2716877 w 3125627"/>
              <a:gd name="csY4" fmla="*/ 26684 h 4104104"/>
              <a:gd name="csX5" fmla="*/ 3097125 w 3125627"/>
              <a:gd name="csY5" fmla="*/ 298290 h 4104104"/>
              <a:gd name="csX6" fmla="*/ 3097122 w 3125627"/>
              <a:gd name="csY6" fmla="*/ 1230795 h 4104104"/>
              <a:gd name="csX7" fmla="*/ 2716881 w 3125627"/>
              <a:gd name="csY7" fmla="*/ 1411867 h 4104104"/>
              <a:gd name="csX8" fmla="*/ 616474 w 3125627"/>
              <a:gd name="csY8" fmla="*/ 1420918 h 4104104"/>
              <a:gd name="csX9" fmla="*/ 317710 w 3125627"/>
              <a:gd name="csY9" fmla="*/ 1592936 h 4104104"/>
              <a:gd name="csX10" fmla="*/ 335815 w 3125627"/>
              <a:gd name="csY10" fmla="*/ 3919674 h 4104104"/>
              <a:gd name="csX11" fmla="*/ 263389 w 3125627"/>
              <a:gd name="csY11" fmla="*/ 4091691 h 4104104"/>
              <a:gd name="csX12" fmla="*/ 55158 w 3125627"/>
              <a:gd name="csY12" fmla="*/ 4091691 h 4104104"/>
              <a:gd name="csX0" fmla="*/ 55158 w 3125627"/>
              <a:gd name="csY0" fmla="*/ 4091691 h 4104104"/>
              <a:gd name="csX1" fmla="*/ 9893 w 3125627"/>
              <a:gd name="csY1" fmla="*/ 3928728 h 4104104"/>
              <a:gd name="csX2" fmla="*/ 837 w 3125627"/>
              <a:gd name="csY2" fmla="*/ 253021 h 4104104"/>
              <a:gd name="csX3" fmla="*/ 507833 w 3125627"/>
              <a:gd name="csY3" fmla="*/ 35739 h 4104104"/>
              <a:gd name="csX4" fmla="*/ 2716877 w 3125627"/>
              <a:gd name="csY4" fmla="*/ 26684 h 4104104"/>
              <a:gd name="csX5" fmla="*/ 3097125 w 3125627"/>
              <a:gd name="csY5" fmla="*/ 298290 h 4104104"/>
              <a:gd name="csX6" fmla="*/ 3097122 w 3125627"/>
              <a:gd name="csY6" fmla="*/ 1230795 h 4104104"/>
              <a:gd name="csX7" fmla="*/ 2716881 w 3125627"/>
              <a:gd name="csY7" fmla="*/ 1411867 h 4104104"/>
              <a:gd name="csX8" fmla="*/ 616474 w 3125627"/>
              <a:gd name="csY8" fmla="*/ 1420918 h 4104104"/>
              <a:gd name="csX9" fmla="*/ 317710 w 3125627"/>
              <a:gd name="csY9" fmla="*/ 1592936 h 4104104"/>
              <a:gd name="csX10" fmla="*/ 335815 w 3125627"/>
              <a:gd name="csY10" fmla="*/ 3919674 h 4104104"/>
              <a:gd name="csX11" fmla="*/ 263389 w 3125627"/>
              <a:gd name="csY11" fmla="*/ 4091691 h 4104104"/>
              <a:gd name="csX12" fmla="*/ 55158 w 3125627"/>
              <a:gd name="csY12" fmla="*/ 4091691 h 4104104"/>
              <a:gd name="csX0" fmla="*/ 55158 w 3125627"/>
              <a:gd name="csY0" fmla="*/ 4079295 h 4091708"/>
              <a:gd name="csX1" fmla="*/ 9893 w 3125627"/>
              <a:gd name="csY1" fmla="*/ 3916332 h 4091708"/>
              <a:gd name="csX2" fmla="*/ 837 w 3125627"/>
              <a:gd name="csY2" fmla="*/ 240625 h 4091708"/>
              <a:gd name="csX3" fmla="*/ 507833 w 3125627"/>
              <a:gd name="csY3" fmla="*/ 23343 h 4091708"/>
              <a:gd name="csX4" fmla="*/ 2716877 w 3125627"/>
              <a:gd name="csY4" fmla="*/ 14288 h 4091708"/>
              <a:gd name="csX5" fmla="*/ 3097125 w 3125627"/>
              <a:gd name="csY5" fmla="*/ 285894 h 4091708"/>
              <a:gd name="csX6" fmla="*/ 3097122 w 3125627"/>
              <a:gd name="csY6" fmla="*/ 1218399 h 4091708"/>
              <a:gd name="csX7" fmla="*/ 2716881 w 3125627"/>
              <a:gd name="csY7" fmla="*/ 1399471 h 4091708"/>
              <a:gd name="csX8" fmla="*/ 616474 w 3125627"/>
              <a:gd name="csY8" fmla="*/ 1408522 h 4091708"/>
              <a:gd name="csX9" fmla="*/ 317710 w 3125627"/>
              <a:gd name="csY9" fmla="*/ 1580540 h 4091708"/>
              <a:gd name="csX10" fmla="*/ 335815 w 3125627"/>
              <a:gd name="csY10" fmla="*/ 3907278 h 4091708"/>
              <a:gd name="csX11" fmla="*/ 263389 w 3125627"/>
              <a:gd name="csY11" fmla="*/ 4079295 h 4091708"/>
              <a:gd name="csX12" fmla="*/ 55158 w 3125627"/>
              <a:gd name="csY12" fmla="*/ 4079295 h 4091708"/>
              <a:gd name="csX0" fmla="*/ 55158 w 3125627"/>
              <a:gd name="csY0" fmla="*/ 4067644 h 4080057"/>
              <a:gd name="csX1" fmla="*/ 9893 w 3125627"/>
              <a:gd name="csY1" fmla="*/ 3904681 h 4080057"/>
              <a:gd name="csX2" fmla="*/ 837 w 3125627"/>
              <a:gd name="csY2" fmla="*/ 228974 h 4080057"/>
              <a:gd name="csX3" fmla="*/ 507833 w 3125627"/>
              <a:gd name="csY3" fmla="*/ 11692 h 4080057"/>
              <a:gd name="csX4" fmla="*/ 2716877 w 3125627"/>
              <a:gd name="csY4" fmla="*/ 2637 h 4080057"/>
              <a:gd name="csX5" fmla="*/ 3097125 w 3125627"/>
              <a:gd name="csY5" fmla="*/ 274243 h 4080057"/>
              <a:gd name="csX6" fmla="*/ 3097122 w 3125627"/>
              <a:gd name="csY6" fmla="*/ 1206748 h 4080057"/>
              <a:gd name="csX7" fmla="*/ 2716881 w 3125627"/>
              <a:gd name="csY7" fmla="*/ 1387820 h 4080057"/>
              <a:gd name="csX8" fmla="*/ 616474 w 3125627"/>
              <a:gd name="csY8" fmla="*/ 1396871 h 4080057"/>
              <a:gd name="csX9" fmla="*/ 317710 w 3125627"/>
              <a:gd name="csY9" fmla="*/ 1568889 h 4080057"/>
              <a:gd name="csX10" fmla="*/ 335815 w 3125627"/>
              <a:gd name="csY10" fmla="*/ 3895627 h 4080057"/>
              <a:gd name="csX11" fmla="*/ 263389 w 3125627"/>
              <a:gd name="csY11" fmla="*/ 4067644 h 4080057"/>
              <a:gd name="csX12" fmla="*/ 55158 w 3125627"/>
              <a:gd name="csY12" fmla="*/ 4067644 h 4080057"/>
              <a:gd name="csX0" fmla="*/ 55158 w 3125627"/>
              <a:gd name="csY0" fmla="*/ 4065007 h 4077420"/>
              <a:gd name="csX1" fmla="*/ 9893 w 3125627"/>
              <a:gd name="csY1" fmla="*/ 3902044 h 4077420"/>
              <a:gd name="csX2" fmla="*/ 837 w 3125627"/>
              <a:gd name="csY2" fmla="*/ 226337 h 4077420"/>
              <a:gd name="csX3" fmla="*/ 507833 w 3125627"/>
              <a:gd name="csY3" fmla="*/ 9055 h 4077420"/>
              <a:gd name="csX4" fmla="*/ 2716877 w 3125627"/>
              <a:gd name="csY4" fmla="*/ 0 h 4077420"/>
              <a:gd name="csX5" fmla="*/ 3097125 w 3125627"/>
              <a:gd name="csY5" fmla="*/ 271606 h 4077420"/>
              <a:gd name="csX6" fmla="*/ 3097122 w 3125627"/>
              <a:gd name="csY6" fmla="*/ 1204111 h 4077420"/>
              <a:gd name="csX7" fmla="*/ 2716881 w 3125627"/>
              <a:gd name="csY7" fmla="*/ 1385183 h 4077420"/>
              <a:gd name="csX8" fmla="*/ 616474 w 3125627"/>
              <a:gd name="csY8" fmla="*/ 1394234 h 4077420"/>
              <a:gd name="csX9" fmla="*/ 317710 w 3125627"/>
              <a:gd name="csY9" fmla="*/ 1566252 h 4077420"/>
              <a:gd name="csX10" fmla="*/ 335815 w 3125627"/>
              <a:gd name="csY10" fmla="*/ 3892990 h 4077420"/>
              <a:gd name="csX11" fmla="*/ 263389 w 3125627"/>
              <a:gd name="csY11" fmla="*/ 4065007 h 4077420"/>
              <a:gd name="csX12" fmla="*/ 55158 w 3125627"/>
              <a:gd name="csY12" fmla="*/ 4065007 h 4077420"/>
              <a:gd name="csX0" fmla="*/ 55158 w 3125627"/>
              <a:gd name="csY0" fmla="*/ 4065007 h 4077420"/>
              <a:gd name="csX1" fmla="*/ 9893 w 3125627"/>
              <a:gd name="csY1" fmla="*/ 3902044 h 4077420"/>
              <a:gd name="csX2" fmla="*/ 837 w 3125627"/>
              <a:gd name="csY2" fmla="*/ 226337 h 4077420"/>
              <a:gd name="csX3" fmla="*/ 507833 w 3125627"/>
              <a:gd name="csY3" fmla="*/ 9055 h 4077420"/>
              <a:gd name="csX4" fmla="*/ 2716877 w 3125627"/>
              <a:gd name="csY4" fmla="*/ 0 h 4077420"/>
              <a:gd name="csX5" fmla="*/ 3097125 w 3125627"/>
              <a:gd name="csY5" fmla="*/ 271606 h 4077420"/>
              <a:gd name="csX6" fmla="*/ 3097122 w 3125627"/>
              <a:gd name="csY6" fmla="*/ 1204111 h 4077420"/>
              <a:gd name="csX7" fmla="*/ 2716881 w 3125627"/>
              <a:gd name="csY7" fmla="*/ 1385183 h 4077420"/>
              <a:gd name="csX8" fmla="*/ 616474 w 3125627"/>
              <a:gd name="csY8" fmla="*/ 1394234 h 4077420"/>
              <a:gd name="csX9" fmla="*/ 317710 w 3125627"/>
              <a:gd name="csY9" fmla="*/ 1566252 h 4077420"/>
              <a:gd name="csX10" fmla="*/ 308655 w 3125627"/>
              <a:gd name="csY10" fmla="*/ 3883936 h 4077420"/>
              <a:gd name="csX11" fmla="*/ 263389 w 3125627"/>
              <a:gd name="csY11" fmla="*/ 4065007 h 4077420"/>
              <a:gd name="csX12" fmla="*/ 55158 w 3125627"/>
              <a:gd name="csY12" fmla="*/ 4065007 h 4077420"/>
              <a:gd name="csX0" fmla="*/ 55158 w 3125627"/>
              <a:gd name="csY0" fmla="*/ 4065007 h 4135506"/>
              <a:gd name="csX1" fmla="*/ 9893 w 3125627"/>
              <a:gd name="csY1" fmla="*/ 3902044 h 4135506"/>
              <a:gd name="csX2" fmla="*/ 837 w 3125627"/>
              <a:gd name="csY2" fmla="*/ 226337 h 4135506"/>
              <a:gd name="csX3" fmla="*/ 507833 w 3125627"/>
              <a:gd name="csY3" fmla="*/ 9055 h 4135506"/>
              <a:gd name="csX4" fmla="*/ 2716877 w 3125627"/>
              <a:gd name="csY4" fmla="*/ 0 h 4135506"/>
              <a:gd name="csX5" fmla="*/ 3097125 w 3125627"/>
              <a:gd name="csY5" fmla="*/ 271606 h 4135506"/>
              <a:gd name="csX6" fmla="*/ 3097122 w 3125627"/>
              <a:gd name="csY6" fmla="*/ 1204111 h 4135506"/>
              <a:gd name="csX7" fmla="*/ 2716881 w 3125627"/>
              <a:gd name="csY7" fmla="*/ 1385183 h 4135506"/>
              <a:gd name="csX8" fmla="*/ 616474 w 3125627"/>
              <a:gd name="csY8" fmla="*/ 1394234 h 4135506"/>
              <a:gd name="csX9" fmla="*/ 317710 w 3125627"/>
              <a:gd name="csY9" fmla="*/ 1566252 h 4135506"/>
              <a:gd name="csX10" fmla="*/ 308655 w 3125627"/>
              <a:gd name="csY10" fmla="*/ 3883936 h 4135506"/>
              <a:gd name="csX11" fmla="*/ 218121 w 3125627"/>
              <a:gd name="csY11" fmla="*/ 4074061 h 4135506"/>
              <a:gd name="csX12" fmla="*/ 55158 w 3125627"/>
              <a:gd name="csY12" fmla="*/ 4065007 h 4135506"/>
              <a:gd name="csX0" fmla="*/ 55158 w 3125627"/>
              <a:gd name="csY0" fmla="*/ 4065007 h 4081083"/>
              <a:gd name="csX1" fmla="*/ 9893 w 3125627"/>
              <a:gd name="csY1" fmla="*/ 3902044 h 4081083"/>
              <a:gd name="csX2" fmla="*/ 837 w 3125627"/>
              <a:gd name="csY2" fmla="*/ 226337 h 4081083"/>
              <a:gd name="csX3" fmla="*/ 507833 w 3125627"/>
              <a:gd name="csY3" fmla="*/ 9055 h 4081083"/>
              <a:gd name="csX4" fmla="*/ 2716877 w 3125627"/>
              <a:gd name="csY4" fmla="*/ 0 h 4081083"/>
              <a:gd name="csX5" fmla="*/ 3097125 w 3125627"/>
              <a:gd name="csY5" fmla="*/ 271606 h 4081083"/>
              <a:gd name="csX6" fmla="*/ 3097122 w 3125627"/>
              <a:gd name="csY6" fmla="*/ 1204111 h 4081083"/>
              <a:gd name="csX7" fmla="*/ 2716881 w 3125627"/>
              <a:gd name="csY7" fmla="*/ 1385183 h 4081083"/>
              <a:gd name="csX8" fmla="*/ 616474 w 3125627"/>
              <a:gd name="csY8" fmla="*/ 1394234 h 4081083"/>
              <a:gd name="csX9" fmla="*/ 317710 w 3125627"/>
              <a:gd name="csY9" fmla="*/ 1566252 h 4081083"/>
              <a:gd name="csX10" fmla="*/ 308655 w 3125627"/>
              <a:gd name="csY10" fmla="*/ 3883936 h 4081083"/>
              <a:gd name="csX11" fmla="*/ 218121 w 3125627"/>
              <a:gd name="csY11" fmla="*/ 4074061 h 4081083"/>
              <a:gd name="csX12" fmla="*/ 55158 w 3125627"/>
              <a:gd name="csY12" fmla="*/ 4065007 h 4081083"/>
              <a:gd name="csX0" fmla="*/ 55158 w 3125627"/>
              <a:gd name="csY0" fmla="*/ 4065007 h 4081083"/>
              <a:gd name="csX1" fmla="*/ 9893 w 3125627"/>
              <a:gd name="csY1" fmla="*/ 3902044 h 4081083"/>
              <a:gd name="csX2" fmla="*/ 837 w 3125627"/>
              <a:gd name="csY2" fmla="*/ 226337 h 4081083"/>
              <a:gd name="csX3" fmla="*/ 507833 w 3125627"/>
              <a:gd name="csY3" fmla="*/ 9055 h 4081083"/>
              <a:gd name="csX4" fmla="*/ 2716877 w 3125627"/>
              <a:gd name="csY4" fmla="*/ 0 h 4081083"/>
              <a:gd name="csX5" fmla="*/ 3097125 w 3125627"/>
              <a:gd name="csY5" fmla="*/ 271606 h 4081083"/>
              <a:gd name="csX6" fmla="*/ 3097122 w 3125627"/>
              <a:gd name="csY6" fmla="*/ 1204111 h 4081083"/>
              <a:gd name="csX7" fmla="*/ 2716881 w 3125627"/>
              <a:gd name="csY7" fmla="*/ 1385183 h 4081083"/>
              <a:gd name="csX8" fmla="*/ 616474 w 3125627"/>
              <a:gd name="csY8" fmla="*/ 1394234 h 4081083"/>
              <a:gd name="csX9" fmla="*/ 317710 w 3125627"/>
              <a:gd name="csY9" fmla="*/ 1566252 h 4081083"/>
              <a:gd name="csX10" fmla="*/ 308655 w 3125627"/>
              <a:gd name="csY10" fmla="*/ 3883936 h 4081083"/>
              <a:gd name="csX11" fmla="*/ 218121 w 3125627"/>
              <a:gd name="csY11" fmla="*/ 4074061 h 4081083"/>
              <a:gd name="csX12" fmla="*/ 55158 w 3125627"/>
              <a:gd name="csY12" fmla="*/ 4065007 h 4081083"/>
              <a:gd name="csX0" fmla="*/ 55158 w 3125627"/>
              <a:gd name="csY0" fmla="*/ 4065007 h 4081083"/>
              <a:gd name="csX1" fmla="*/ 9893 w 3125627"/>
              <a:gd name="csY1" fmla="*/ 3902044 h 4081083"/>
              <a:gd name="csX2" fmla="*/ 837 w 3125627"/>
              <a:gd name="csY2" fmla="*/ 226337 h 4081083"/>
              <a:gd name="csX3" fmla="*/ 507833 w 3125627"/>
              <a:gd name="csY3" fmla="*/ 9055 h 4081083"/>
              <a:gd name="csX4" fmla="*/ 2716877 w 3125627"/>
              <a:gd name="csY4" fmla="*/ 0 h 4081083"/>
              <a:gd name="csX5" fmla="*/ 3097125 w 3125627"/>
              <a:gd name="csY5" fmla="*/ 271606 h 4081083"/>
              <a:gd name="csX6" fmla="*/ 3097122 w 3125627"/>
              <a:gd name="csY6" fmla="*/ 1204111 h 4081083"/>
              <a:gd name="csX7" fmla="*/ 2716881 w 3125627"/>
              <a:gd name="csY7" fmla="*/ 1385183 h 4081083"/>
              <a:gd name="csX8" fmla="*/ 616474 w 3125627"/>
              <a:gd name="csY8" fmla="*/ 1394234 h 4081083"/>
              <a:gd name="csX9" fmla="*/ 317710 w 3125627"/>
              <a:gd name="csY9" fmla="*/ 1566252 h 4081083"/>
              <a:gd name="csX10" fmla="*/ 308655 w 3125627"/>
              <a:gd name="csY10" fmla="*/ 3883936 h 4081083"/>
              <a:gd name="csX11" fmla="*/ 218121 w 3125627"/>
              <a:gd name="csY11" fmla="*/ 4074061 h 4081083"/>
              <a:gd name="csX12" fmla="*/ 55158 w 3125627"/>
              <a:gd name="csY12" fmla="*/ 4065007 h 4081083"/>
              <a:gd name="csX0" fmla="*/ 218121 w 3125627"/>
              <a:gd name="csY0" fmla="*/ 4074061 h 4240567"/>
              <a:gd name="csX1" fmla="*/ 9893 w 3125627"/>
              <a:gd name="csY1" fmla="*/ 3902044 h 4240567"/>
              <a:gd name="csX2" fmla="*/ 837 w 3125627"/>
              <a:gd name="csY2" fmla="*/ 226337 h 4240567"/>
              <a:gd name="csX3" fmla="*/ 507833 w 3125627"/>
              <a:gd name="csY3" fmla="*/ 9055 h 4240567"/>
              <a:gd name="csX4" fmla="*/ 2716877 w 3125627"/>
              <a:gd name="csY4" fmla="*/ 0 h 4240567"/>
              <a:gd name="csX5" fmla="*/ 3097125 w 3125627"/>
              <a:gd name="csY5" fmla="*/ 271606 h 4240567"/>
              <a:gd name="csX6" fmla="*/ 3097122 w 3125627"/>
              <a:gd name="csY6" fmla="*/ 1204111 h 4240567"/>
              <a:gd name="csX7" fmla="*/ 2716881 w 3125627"/>
              <a:gd name="csY7" fmla="*/ 1385183 h 4240567"/>
              <a:gd name="csX8" fmla="*/ 616474 w 3125627"/>
              <a:gd name="csY8" fmla="*/ 1394234 h 4240567"/>
              <a:gd name="csX9" fmla="*/ 317710 w 3125627"/>
              <a:gd name="csY9" fmla="*/ 1566252 h 4240567"/>
              <a:gd name="csX10" fmla="*/ 308655 w 3125627"/>
              <a:gd name="csY10" fmla="*/ 3883936 h 4240567"/>
              <a:gd name="csX11" fmla="*/ 218121 w 3125627"/>
              <a:gd name="csY11" fmla="*/ 4074061 h 4240567"/>
              <a:gd name="csX0" fmla="*/ 149064 w 3125627"/>
              <a:gd name="csY0" fmla="*/ 4074061 h 4240567"/>
              <a:gd name="csX1" fmla="*/ 9893 w 3125627"/>
              <a:gd name="csY1" fmla="*/ 3902044 h 4240567"/>
              <a:gd name="csX2" fmla="*/ 837 w 3125627"/>
              <a:gd name="csY2" fmla="*/ 226337 h 4240567"/>
              <a:gd name="csX3" fmla="*/ 507833 w 3125627"/>
              <a:gd name="csY3" fmla="*/ 9055 h 4240567"/>
              <a:gd name="csX4" fmla="*/ 2716877 w 3125627"/>
              <a:gd name="csY4" fmla="*/ 0 h 4240567"/>
              <a:gd name="csX5" fmla="*/ 3097125 w 3125627"/>
              <a:gd name="csY5" fmla="*/ 271606 h 4240567"/>
              <a:gd name="csX6" fmla="*/ 3097122 w 3125627"/>
              <a:gd name="csY6" fmla="*/ 1204111 h 4240567"/>
              <a:gd name="csX7" fmla="*/ 2716881 w 3125627"/>
              <a:gd name="csY7" fmla="*/ 1385183 h 4240567"/>
              <a:gd name="csX8" fmla="*/ 616474 w 3125627"/>
              <a:gd name="csY8" fmla="*/ 1394234 h 4240567"/>
              <a:gd name="csX9" fmla="*/ 317710 w 3125627"/>
              <a:gd name="csY9" fmla="*/ 1566252 h 4240567"/>
              <a:gd name="csX10" fmla="*/ 308655 w 3125627"/>
              <a:gd name="csY10" fmla="*/ 3883936 h 4240567"/>
              <a:gd name="csX11" fmla="*/ 149064 w 3125627"/>
              <a:gd name="csY11" fmla="*/ 4074061 h 4240567"/>
              <a:gd name="csX0" fmla="*/ 149064 w 3125627"/>
              <a:gd name="csY0" fmla="*/ 4074061 h 4240567"/>
              <a:gd name="csX1" fmla="*/ 9893 w 3125627"/>
              <a:gd name="csY1" fmla="*/ 3902044 h 4240567"/>
              <a:gd name="csX2" fmla="*/ 837 w 3125627"/>
              <a:gd name="csY2" fmla="*/ 226337 h 4240567"/>
              <a:gd name="csX3" fmla="*/ 507833 w 3125627"/>
              <a:gd name="csY3" fmla="*/ 9055 h 4240567"/>
              <a:gd name="csX4" fmla="*/ 2716877 w 3125627"/>
              <a:gd name="csY4" fmla="*/ 0 h 4240567"/>
              <a:gd name="csX5" fmla="*/ 3097125 w 3125627"/>
              <a:gd name="csY5" fmla="*/ 271606 h 4240567"/>
              <a:gd name="csX6" fmla="*/ 3097122 w 3125627"/>
              <a:gd name="csY6" fmla="*/ 1204111 h 4240567"/>
              <a:gd name="csX7" fmla="*/ 2716881 w 3125627"/>
              <a:gd name="csY7" fmla="*/ 1385183 h 4240567"/>
              <a:gd name="csX8" fmla="*/ 616474 w 3125627"/>
              <a:gd name="csY8" fmla="*/ 1394234 h 4240567"/>
              <a:gd name="csX9" fmla="*/ 317710 w 3125627"/>
              <a:gd name="csY9" fmla="*/ 1566252 h 4240567"/>
              <a:gd name="csX10" fmla="*/ 308655 w 3125627"/>
              <a:gd name="csY10" fmla="*/ 3883936 h 4240567"/>
              <a:gd name="csX11" fmla="*/ 149064 w 3125627"/>
              <a:gd name="csY11" fmla="*/ 4074061 h 4240567"/>
              <a:gd name="csX0" fmla="*/ 149064 w 3125627"/>
              <a:gd name="csY0" fmla="*/ 4074061 h 4240567"/>
              <a:gd name="csX1" fmla="*/ 9893 w 3125627"/>
              <a:gd name="csY1" fmla="*/ 3902044 h 4240567"/>
              <a:gd name="csX2" fmla="*/ 837 w 3125627"/>
              <a:gd name="csY2" fmla="*/ 226337 h 4240567"/>
              <a:gd name="csX3" fmla="*/ 507833 w 3125627"/>
              <a:gd name="csY3" fmla="*/ 9055 h 4240567"/>
              <a:gd name="csX4" fmla="*/ 2716877 w 3125627"/>
              <a:gd name="csY4" fmla="*/ 0 h 4240567"/>
              <a:gd name="csX5" fmla="*/ 3097125 w 3125627"/>
              <a:gd name="csY5" fmla="*/ 271606 h 4240567"/>
              <a:gd name="csX6" fmla="*/ 3097122 w 3125627"/>
              <a:gd name="csY6" fmla="*/ 1204111 h 4240567"/>
              <a:gd name="csX7" fmla="*/ 2716881 w 3125627"/>
              <a:gd name="csY7" fmla="*/ 1385183 h 4240567"/>
              <a:gd name="csX8" fmla="*/ 616474 w 3125627"/>
              <a:gd name="csY8" fmla="*/ 1394234 h 4240567"/>
              <a:gd name="csX9" fmla="*/ 317710 w 3125627"/>
              <a:gd name="csY9" fmla="*/ 1566252 h 4240567"/>
              <a:gd name="csX10" fmla="*/ 308655 w 3125627"/>
              <a:gd name="csY10" fmla="*/ 3883936 h 4240567"/>
              <a:gd name="csX11" fmla="*/ 149064 w 3125627"/>
              <a:gd name="csY11" fmla="*/ 4074061 h 4240567"/>
              <a:gd name="csX0" fmla="*/ 149064 w 3125627"/>
              <a:gd name="csY0" fmla="*/ 4074061 h 4241006"/>
              <a:gd name="csX1" fmla="*/ 9893 w 3125627"/>
              <a:gd name="csY1" fmla="*/ 3902044 h 4241006"/>
              <a:gd name="csX2" fmla="*/ 837 w 3125627"/>
              <a:gd name="csY2" fmla="*/ 226337 h 4241006"/>
              <a:gd name="csX3" fmla="*/ 507833 w 3125627"/>
              <a:gd name="csY3" fmla="*/ 9055 h 4241006"/>
              <a:gd name="csX4" fmla="*/ 2716877 w 3125627"/>
              <a:gd name="csY4" fmla="*/ 0 h 4241006"/>
              <a:gd name="csX5" fmla="*/ 3097125 w 3125627"/>
              <a:gd name="csY5" fmla="*/ 271606 h 4241006"/>
              <a:gd name="csX6" fmla="*/ 3097122 w 3125627"/>
              <a:gd name="csY6" fmla="*/ 1204111 h 4241006"/>
              <a:gd name="csX7" fmla="*/ 2716881 w 3125627"/>
              <a:gd name="csY7" fmla="*/ 1385183 h 4241006"/>
              <a:gd name="csX8" fmla="*/ 616474 w 3125627"/>
              <a:gd name="csY8" fmla="*/ 1394234 h 4241006"/>
              <a:gd name="csX9" fmla="*/ 317710 w 3125627"/>
              <a:gd name="csY9" fmla="*/ 1566252 h 4241006"/>
              <a:gd name="csX10" fmla="*/ 308655 w 3125627"/>
              <a:gd name="csY10" fmla="*/ 3883936 h 4241006"/>
              <a:gd name="csX11" fmla="*/ 149064 w 3125627"/>
              <a:gd name="csY11" fmla="*/ 4074061 h 4241006"/>
              <a:gd name="csX0" fmla="*/ 154142 w 3130705"/>
              <a:gd name="csY0" fmla="*/ 4074061 h 4074210"/>
              <a:gd name="csX1" fmla="*/ 14971 w 3130705"/>
              <a:gd name="csY1" fmla="*/ 3902044 h 4074210"/>
              <a:gd name="csX2" fmla="*/ 5915 w 3130705"/>
              <a:gd name="csY2" fmla="*/ 226337 h 4074210"/>
              <a:gd name="csX3" fmla="*/ 512911 w 3130705"/>
              <a:gd name="csY3" fmla="*/ 9055 h 4074210"/>
              <a:gd name="csX4" fmla="*/ 2721955 w 3130705"/>
              <a:gd name="csY4" fmla="*/ 0 h 4074210"/>
              <a:gd name="csX5" fmla="*/ 3102203 w 3130705"/>
              <a:gd name="csY5" fmla="*/ 271606 h 4074210"/>
              <a:gd name="csX6" fmla="*/ 3102200 w 3130705"/>
              <a:gd name="csY6" fmla="*/ 1204111 h 4074210"/>
              <a:gd name="csX7" fmla="*/ 2721959 w 3130705"/>
              <a:gd name="csY7" fmla="*/ 1385183 h 4074210"/>
              <a:gd name="csX8" fmla="*/ 621552 w 3130705"/>
              <a:gd name="csY8" fmla="*/ 1394234 h 4074210"/>
              <a:gd name="csX9" fmla="*/ 322788 w 3130705"/>
              <a:gd name="csY9" fmla="*/ 1566252 h 4074210"/>
              <a:gd name="csX10" fmla="*/ 313733 w 3130705"/>
              <a:gd name="csY10" fmla="*/ 3883936 h 4074210"/>
              <a:gd name="csX11" fmla="*/ 154142 w 3130705"/>
              <a:gd name="csY11" fmla="*/ 4074061 h 4074210"/>
              <a:gd name="csX0" fmla="*/ 149358 w 3125921"/>
              <a:gd name="csY0" fmla="*/ 4074061 h 4074210"/>
              <a:gd name="csX1" fmla="*/ 10187 w 3125921"/>
              <a:gd name="csY1" fmla="*/ 3902044 h 4074210"/>
              <a:gd name="csX2" fmla="*/ 1131 w 3125921"/>
              <a:gd name="csY2" fmla="*/ 226337 h 4074210"/>
              <a:gd name="csX3" fmla="*/ 508127 w 3125921"/>
              <a:gd name="csY3" fmla="*/ 9055 h 4074210"/>
              <a:gd name="csX4" fmla="*/ 2717171 w 3125921"/>
              <a:gd name="csY4" fmla="*/ 0 h 4074210"/>
              <a:gd name="csX5" fmla="*/ 3097419 w 3125921"/>
              <a:gd name="csY5" fmla="*/ 271606 h 4074210"/>
              <a:gd name="csX6" fmla="*/ 3097416 w 3125921"/>
              <a:gd name="csY6" fmla="*/ 1204111 h 4074210"/>
              <a:gd name="csX7" fmla="*/ 2717175 w 3125921"/>
              <a:gd name="csY7" fmla="*/ 1385183 h 4074210"/>
              <a:gd name="csX8" fmla="*/ 616768 w 3125921"/>
              <a:gd name="csY8" fmla="*/ 1394234 h 4074210"/>
              <a:gd name="csX9" fmla="*/ 318004 w 3125921"/>
              <a:gd name="csY9" fmla="*/ 1566252 h 4074210"/>
              <a:gd name="csX10" fmla="*/ 308949 w 3125921"/>
              <a:gd name="csY10" fmla="*/ 3883936 h 4074210"/>
              <a:gd name="csX11" fmla="*/ 149358 w 3125921"/>
              <a:gd name="csY11" fmla="*/ 4074061 h 4074210"/>
              <a:gd name="csX0" fmla="*/ 149358 w 3125921"/>
              <a:gd name="csY0" fmla="*/ 4074061 h 4074482"/>
              <a:gd name="csX1" fmla="*/ 10187 w 3125921"/>
              <a:gd name="csY1" fmla="*/ 3902044 h 4074482"/>
              <a:gd name="csX2" fmla="*/ 1131 w 3125921"/>
              <a:gd name="csY2" fmla="*/ 226337 h 4074482"/>
              <a:gd name="csX3" fmla="*/ 508127 w 3125921"/>
              <a:gd name="csY3" fmla="*/ 9055 h 4074482"/>
              <a:gd name="csX4" fmla="*/ 2717171 w 3125921"/>
              <a:gd name="csY4" fmla="*/ 0 h 4074482"/>
              <a:gd name="csX5" fmla="*/ 3097419 w 3125921"/>
              <a:gd name="csY5" fmla="*/ 271606 h 4074482"/>
              <a:gd name="csX6" fmla="*/ 3097416 w 3125921"/>
              <a:gd name="csY6" fmla="*/ 1204111 h 4074482"/>
              <a:gd name="csX7" fmla="*/ 2717175 w 3125921"/>
              <a:gd name="csY7" fmla="*/ 1385183 h 4074482"/>
              <a:gd name="csX8" fmla="*/ 616768 w 3125921"/>
              <a:gd name="csY8" fmla="*/ 1394234 h 4074482"/>
              <a:gd name="csX9" fmla="*/ 318004 w 3125921"/>
              <a:gd name="csY9" fmla="*/ 1566252 h 4074482"/>
              <a:gd name="csX10" fmla="*/ 308949 w 3125921"/>
              <a:gd name="csY10" fmla="*/ 3883936 h 4074482"/>
              <a:gd name="csX11" fmla="*/ 149358 w 3125921"/>
              <a:gd name="csY11" fmla="*/ 4074061 h 4074482"/>
              <a:gd name="csX0" fmla="*/ 149358 w 3125921"/>
              <a:gd name="csY0" fmla="*/ 4074061 h 4074210"/>
              <a:gd name="csX1" fmla="*/ 10187 w 3125921"/>
              <a:gd name="csY1" fmla="*/ 3902044 h 4074210"/>
              <a:gd name="csX2" fmla="*/ 1131 w 3125921"/>
              <a:gd name="csY2" fmla="*/ 226337 h 4074210"/>
              <a:gd name="csX3" fmla="*/ 508127 w 3125921"/>
              <a:gd name="csY3" fmla="*/ 9055 h 4074210"/>
              <a:gd name="csX4" fmla="*/ 2717171 w 3125921"/>
              <a:gd name="csY4" fmla="*/ 0 h 4074210"/>
              <a:gd name="csX5" fmla="*/ 3097419 w 3125921"/>
              <a:gd name="csY5" fmla="*/ 271606 h 4074210"/>
              <a:gd name="csX6" fmla="*/ 3097416 w 3125921"/>
              <a:gd name="csY6" fmla="*/ 1204111 h 4074210"/>
              <a:gd name="csX7" fmla="*/ 2717175 w 3125921"/>
              <a:gd name="csY7" fmla="*/ 1385183 h 4074210"/>
              <a:gd name="csX8" fmla="*/ 616768 w 3125921"/>
              <a:gd name="csY8" fmla="*/ 1394234 h 4074210"/>
              <a:gd name="csX9" fmla="*/ 318004 w 3125921"/>
              <a:gd name="csY9" fmla="*/ 1566252 h 4074210"/>
              <a:gd name="csX10" fmla="*/ 308949 w 3125921"/>
              <a:gd name="csY10" fmla="*/ 3883936 h 4074210"/>
              <a:gd name="csX11" fmla="*/ 149358 w 3125921"/>
              <a:gd name="csY11" fmla="*/ 4074061 h 4074210"/>
              <a:gd name="csX0" fmla="*/ 149358 w 3125921"/>
              <a:gd name="csY0" fmla="*/ 4074061 h 4074068"/>
              <a:gd name="csX1" fmla="*/ 10187 w 3125921"/>
              <a:gd name="csY1" fmla="*/ 3902044 h 4074068"/>
              <a:gd name="csX2" fmla="*/ 1131 w 3125921"/>
              <a:gd name="csY2" fmla="*/ 226337 h 4074068"/>
              <a:gd name="csX3" fmla="*/ 508127 w 3125921"/>
              <a:gd name="csY3" fmla="*/ 9055 h 4074068"/>
              <a:gd name="csX4" fmla="*/ 2717171 w 3125921"/>
              <a:gd name="csY4" fmla="*/ 0 h 4074068"/>
              <a:gd name="csX5" fmla="*/ 3097419 w 3125921"/>
              <a:gd name="csY5" fmla="*/ 271606 h 4074068"/>
              <a:gd name="csX6" fmla="*/ 3097416 w 3125921"/>
              <a:gd name="csY6" fmla="*/ 1204111 h 4074068"/>
              <a:gd name="csX7" fmla="*/ 2717175 w 3125921"/>
              <a:gd name="csY7" fmla="*/ 1385183 h 4074068"/>
              <a:gd name="csX8" fmla="*/ 616768 w 3125921"/>
              <a:gd name="csY8" fmla="*/ 1394234 h 4074068"/>
              <a:gd name="csX9" fmla="*/ 318004 w 3125921"/>
              <a:gd name="csY9" fmla="*/ 1566252 h 4074068"/>
              <a:gd name="csX10" fmla="*/ 308949 w 3125921"/>
              <a:gd name="csY10" fmla="*/ 3883936 h 4074068"/>
              <a:gd name="csX11" fmla="*/ 149358 w 3125921"/>
              <a:gd name="csY11" fmla="*/ 4074061 h 4074068"/>
              <a:gd name="csX0" fmla="*/ 149358 w 3125921"/>
              <a:gd name="csY0" fmla="*/ 4074061 h 4074068"/>
              <a:gd name="csX1" fmla="*/ 10187 w 3125921"/>
              <a:gd name="csY1" fmla="*/ 3902044 h 4074068"/>
              <a:gd name="csX2" fmla="*/ 1131 w 3125921"/>
              <a:gd name="csY2" fmla="*/ 226337 h 4074068"/>
              <a:gd name="csX3" fmla="*/ 508127 w 3125921"/>
              <a:gd name="csY3" fmla="*/ 9055 h 4074068"/>
              <a:gd name="csX4" fmla="*/ 2717171 w 3125921"/>
              <a:gd name="csY4" fmla="*/ 0 h 4074068"/>
              <a:gd name="csX5" fmla="*/ 3097419 w 3125921"/>
              <a:gd name="csY5" fmla="*/ 271606 h 4074068"/>
              <a:gd name="csX6" fmla="*/ 3097416 w 3125921"/>
              <a:gd name="csY6" fmla="*/ 1204111 h 4074068"/>
              <a:gd name="csX7" fmla="*/ 2717175 w 3125921"/>
              <a:gd name="csY7" fmla="*/ 1385183 h 4074068"/>
              <a:gd name="csX8" fmla="*/ 616768 w 3125921"/>
              <a:gd name="csY8" fmla="*/ 1394234 h 4074068"/>
              <a:gd name="csX9" fmla="*/ 318004 w 3125921"/>
              <a:gd name="csY9" fmla="*/ 1566252 h 4074068"/>
              <a:gd name="csX10" fmla="*/ 306568 w 3125921"/>
              <a:gd name="csY10" fmla="*/ 3898223 h 4074068"/>
              <a:gd name="csX11" fmla="*/ 149358 w 3125921"/>
              <a:gd name="csY11" fmla="*/ 4074061 h 4074068"/>
              <a:gd name="csX0" fmla="*/ 164722 w 3131760"/>
              <a:gd name="csY0" fmla="*/ 4074061 h 4239866"/>
              <a:gd name="csX1" fmla="*/ 16026 w 3131760"/>
              <a:gd name="csY1" fmla="*/ 3902044 h 4239866"/>
              <a:gd name="csX2" fmla="*/ 6970 w 3131760"/>
              <a:gd name="csY2" fmla="*/ 226337 h 4239866"/>
              <a:gd name="csX3" fmla="*/ 513966 w 3131760"/>
              <a:gd name="csY3" fmla="*/ 9055 h 4239866"/>
              <a:gd name="csX4" fmla="*/ 2723010 w 3131760"/>
              <a:gd name="csY4" fmla="*/ 0 h 4239866"/>
              <a:gd name="csX5" fmla="*/ 3103258 w 3131760"/>
              <a:gd name="csY5" fmla="*/ 271606 h 4239866"/>
              <a:gd name="csX6" fmla="*/ 3103255 w 3131760"/>
              <a:gd name="csY6" fmla="*/ 1204111 h 4239866"/>
              <a:gd name="csX7" fmla="*/ 2723014 w 3131760"/>
              <a:gd name="csY7" fmla="*/ 1385183 h 4239866"/>
              <a:gd name="csX8" fmla="*/ 622607 w 3131760"/>
              <a:gd name="csY8" fmla="*/ 1394234 h 4239866"/>
              <a:gd name="csX9" fmla="*/ 323843 w 3131760"/>
              <a:gd name="csY9" fmla="*/ 1566252 h 4239866"/>
              <a:gd name="csX10" fmla="*/ 312407 w 3131760"/>
              <a:gd name="csY10" fmla="*/ 3898223 h 4239866"/>
              <a:gd name="csX11" fmla="*/ 164722 w 3131760"/>
              <a:gd name="csY11" fmla="*/ 4074061 h 4239866"/>
              <a:gd name="csX0" fmla="*/ 158299 w 3125337"/>
              <a:gd name="csY0" fmla="*/ 4074061 h 4143595"/>
              <a:gd name="csX1" fmla="*/ 9603 w 3125337"/>
              <a:gd name="csY1" fmla="*/ 3902044 h 4143595"/>
              <a:gd name="csX2" fmla="*/ 547 w 3125337"/>
              <a:gd name="csY2" fmla="*/ 226337 h 4143595"/>
              <a:gd name="csX3" fmla="*/ 507543 w 3125337"/>
              <a:gd name="csY3" fmla="*/ 9055 h 4143595"/>
              <a:gd name="csX4" fmla="*/ 2716587 w 3125337"/>
              <a:gd name="csY4" fmla="*/ 0 h 4143595"/>
              <a:gd name="csX5" fmla="*/ 3096835 w 3125337"/>
              <a:gd name="csY5" fmla="*/ 271606 h 4143595"/>
              <a:gd name="csX6" fmla="*/ 3096832 w 3125337"/>
              <a:gd name="csY6" fmla="*/ 1204111 h 4143595"/>
              <a:gd name="csX7" fmla="*/ 2716591 w 3125337"/>
              <a:gd name="csY7" fmla="*/ 1385183 h 4143595"/>
              <a:gd name="csX8" fmla="*/ 616184 w 3125337"/>
              <a:gd name="csY8" fmla="*/ 1394234 h 4143595"/>
              <a:gd name="csX9" fmla="*/ 317420 w 3125337"/>
              <a:gd name="csY9" fmla="*/ 1566252 h 4143595"/>
              <a:gd name="csX10" fmla="*/ 305984 w 3125337"/>
              <a:gd name="csY10" fmla="*/ 3898223 h 4143595"/>
              <a:gd name="csX11" fmla="*/ 158299 w 3125337"/>
              <a:gd name="csY11" fmla="*/ 4074061 h 4143595"/>
              <a:gd name="csX0" fmla="*/ 158511 w 3125549"/>
              <a:gd name="csY0" fmla="*/ 4074061 h 4143595"/>
              <a:gd name="csX1" fmla="*/ 9815 w 3125549"/>
              <a:gd name="csY1" fmla="*/ 3902044 h 4143595"/>
              <a:gd name="csX2" fmla="*/ 759 w 3125549"/>
              <a:gd name="csY2" fmla="*/ 226337 h 4143595"/>
              <a:gd name="csX3" fmla="*/ 507755 w 3125549"/>
              <a:gd name="csY3" fmla="*/ 9055 h 4143595"/>
              <a:gd name="csX4" fmla="*/ 2716799 w 3125549"/>
              <a:gd name="csY4" fmla="*/ 0 h 4143595"/>
              <a:gd name="csX5" fmla="*/ 3097047 w 3125549"/>
              <a:gd name="csY5" fmla="*/ 271606 h 4143595"/>
              <a:gd name="csX6" fmla="*/ 3097044 w 3125549"/>
              <a:gd name="csY6" fmla="*/ 1204111 h 4143595"/>
              <a:gd name="csX7" fmla="*/ 2716803 w 3125549"/>
              <a:gd name="csY7" fmla="*/ 1385183 h 4143595"/>
              <a:gd name="csX8" fmla="*/ 616396 w 3125549"/>
              <a:gd name="csY8" fmla="*/ 1394234 h 4143595"/>
              <a:gd name="csX9" fmla="*/ 317632 w 3125549"/>
              <a:gd name="csY9" fmla="*/ 1566252 h 4143595"/>
              <a:gd name="csX10" fmla="*/ 306196 w 3125549"/>
              <a:gd name="csY10" fmla="*/ 3898223 h 4143595"/>
              <a:gd name="csX11" fmla="*/ 158511 w 3125549"/>
              <a:gd name="csY11" fmla="*/ 4074061 h 4143595"/>
              <a:gd name="csX0" fmla="*/ 158511 w 3125549"/>
              <a:gd name="csY0" fmla="*/ 4074061 h 4074092"/>
              <a:gd name="csX1" fmla="*/ 9815 w 3125549"/>
              <a:gd name="csY1" fmla="*/ 3902044 h 4074092"/>
              <a:gd name="csX2" fmla="*/ 759 w 3125549"/>
              <a:gd name="csY2" fmla="*/ 226337 h 4074092"/>
              <a:gd name="csX3" fmla="*/ 507755 w 3125549"/>
              <a:gd name="csY3" fmla="*/ 9055 h 4074092"/>
              <a:gd name="csX4" fmla="*/ 2716799 w 3125549"/>
              <a:gd name="csY4" fmla="*/ 0 h 4074092"/>
              <a:gd name="csX5" fmla="*/ 3097047 w 3125549"/>
              <a:gd name="csY5" fmla="*/ 271606 h 4074092"/>
              <a:gd name="csX6" fmla="*/ 3097044 w 3125549"/>
              <a:gd name="csY6" fmla="*/ 1204111 h 4074092"/>
              <a:gd name="csX7" fmla="*/ 2716803 w 3125549"/>
              <a:gd name="csY7" fmla="*/ 1385183 h 4074092"/>
              <a:gd name="csX8" fmla="*/ 616396 w 3125549"/>
              <a:gd name="csY8" fmla="*/ 1394234 h 4074092"/>
              <a:gd name="csX9" fmla="*/ 317632 w 3125549"/>
              <a:gd name="csY9" fmla="*/ 1566252 h 4074092"/>
              <a:gd name="csX10" fmla="*/ 306196 w 3125549"/>
              <a:gd name="csY10" fmla="*/ 3898223 h 4074092"/>
              <a:gd name="csX11" fmla="*/ 158511 w 3125549"/>
              <a:gd name="csY11" fmla="*/ 4074061 h 4074092"/>
              <a:gd name="csX0" fmla="*/ 158511 w 3125549"/>
              <a:gd name="csY0" fmla="*/ 4074061 h 4074092"/>
              <a:gd name="csX1" fmla="*/ 9815 w 3125549"/>
              <a:gd name="csY1" fmla="*/ 3902044 h 4074092"/>
              <a:gd name="csX2" fmla="*/ 759 w 3125549"/>
              <a:gd name="csY2" fmla="*/ 226337 h 4074092"/>
              <a:gd name="csX3" fmla="*/ 507755 w 3125549"/>
              <a:gd name="csY3" fmla="*/ 9055 h 4074092"/>
              <a:gd name="csX4" fmla="*/ 2716799 w 3125549"/>
              <a:gd name="csY4" fmla="*/ 0 h 4074092"/>
              <a:gd name="csX5" fmla="*/ 3097047 w 3125549"/>
              <a:gd name="csY5" fmla="*/ 271606 h 4074092"/>
              <a:gd name="csX6" fmla="*/ 3097044 w 3125549"/>
              <a:gd name="csY6" fmla="*/ 1204111 h 4074092"/>
              <a:gd name="csX7" fmla="*/ 2716803 w 3125549"/>
              <a:gd name="csY7" fmla="*/ 1385183 h 4074092"/>
              <a:gd name="csX8" fmla="*/ 616396 w 3125549"/>
              <a:gd name="csY8" fmla="*/ 1394234 h 4074092"/>
              <a:gd name="csX9" fmla="*/ 317632 w 3125549"/>
              <a:gd name="csY9" fmla="*/ 1566252 h 4074092"/>
              <a:gd name="csX10" fmla="*/ 306196 w 3125549"/>
              <a:gd name="csY10" fmla="*/ 3898223 h 4074092"/>
              <a:gd name="csX11" fmla="*/ 158511 w 3125549"/>
              <a:gd name="csY11" fmla="*/ 4074061 h 4074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25549" h="4074092">
                <a:moveTo>
                  <a:pt x="158511" y="4074061"/>
                </a:moveTo>
                <a:cubicBezTo>
                  <a:pt x="109114" y="4074698"/>
                  <a:pt x="9369" y="4067096"/>
                  <a:pt x="9815" y="3902044"/>
                </a:cubicBezTo>
                <a:cubicBezTo>
                  <a:pt x="11549" y="3260280"/>
                  <a:pt x="-3489" y="880440"/>
                  <a:pt x="759" y="226337"/>
                </a:cubicBezTo>
                <a:cubicBezTo>
                  <a:pt x="2268" y="-6035"/>
                  <a:pt x="254156" y="6790"/>
                  <a:pt x="507755" y="9055"/>
                </a:cubicBezTo>
                <a:lnTo>
                  <a:pt x="2716799" y="0"/>
                </a:lnTo>
                <a:cubicBezTo>
                  <a:pt x="2985385" y="7545"/>
                  <a:pt x="3104592" y="102608"/>
                  <a:pt x="3097047" y="271606"/>
                </a:cubicBezTo>
                <a:cubicBezTo>
                  <a:pt x="3098556" y="476818"/>
                  <a:pt x="3160418" y="1018515"/>
                  <a:pt x="3097044" y="1204111"/>
                </a:cubicBezTo>
                <a:cubicBezTo>
                  <a:pt x="3033670" y="1389707"/>
                  <a:pt x="2893346" y="1376130"/>
                  <a:pt x="2716803" y="1385183"/>
                </a:cubicBezTo>
                <a:lnTo>
                  <a:pt x="616396" y="1394234"/>
                </a:lnTo>
                <a:cubicBezTo>
                  <a:pt x="369982" y="1395176"/>
                  <a:pt x="307070" y="1364058"/>
                  <a:pt x="317632" y="1566252"/>
                </a:cubicBezTo>
                <a:cubicBezTo>
                  <a:pt x="319141" y="1985729"/>
                  <a:pt x="319444" y="3467718"/>
                  <a:pt x="306196" y="3898223"/>
                </a:cubicBezTo>
                <a:cubicBezTo>
                  <a:pt x="301248" y="4059020"/>
                  <a:pt x="207908" y="4073424"/>
                  <a:pt x="158511" y="4074061"/>
                </a:cubicBezTo>
                <a:close/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B797748-B39C-C38F-EAF2-7B370B28066E}"/>
              </a:ext>
            </a:extLst>
          </p:cNvPr>
          <p:cNvSpPr/>
          <p:nvPr/>
        </p:nvSpPr>
        <p:spPr>
          <a:xfrm>
            <a:off x="3757188" y="1222218"/>
            <a:ext cx="199176" cy="19917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5F0AD8C-C1B3-A314-3E0B-017ED6EF3E04}"/>
              </a:ext>
            </a:extLst>
          </p:cNvPr>
          <p:cNvSpPr/>
          <p:nvPr/>
        </p:nvSpPr>
        <p:spPr>
          <a:xfrm>
            <a:off x="6516986" y="1222218"/>
            <a:ext cx="199176" cy="19917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F6A5635-6887-65F8-8117-F19FBF511D98}"/>
              </a:ext>
            </a:extLst>
          </p:cNvPr>
          <p:cNvSpPr/>
          <p:nvPr/>
        </p:nvSpPr>
        <p:spPr>
          <a:xfrm>
            <a:off x="6516986" y="2252804"/>
            <a:ext cx="199176" cy="19917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2DA8800-D1DF-8439-DEDB-330AEB7A3A86}"/>
              </a:ext>
            </a:extLst>
          </p:cNvPr>
          <p:cNvSpPr/>
          <p:nvPr/>
        </p:nvSpPr>
        <p:spPr>
          <a:xfrm>
            <a:off x="4061988" y="2559113"/>
            <a:ext cx="199176" cy="19917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B06E4EA-F2A0-3513-9975-ED0F8DA7E6F9}"/>
              </a:ext>
            </a:extLst>
          </p:cNvPr>
          <p:cNvSpPr/>
          <p:nvPr/>
        </p:nvSpPr>
        <p:spPr>
          <a:xfrm>
            <a:off x="3757188" y="4979750"/>
            <a:ext cx="199176" cy="19917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F227ABF7-3240-A3DB-1730-417737D7F925}"/>
              </a:ext>
            </a:extLst>
          </p:cNvPr>
          <p:cNvSpPr/>
          <p:nvPr/>
        </p:nvSpPr>
        <p:spPr>
          <a:xfrm flipH="1">
            <a:off x="4005262" y="1086728"/>
            <a:ext cx="3125549" cy="4074092"/>
          </a:xfrm>
          <a:custGeom>
            <a:avLst/>
            <a:gdLst>
              <a:gd name="csX0" fmla="*/ 0 w 2888056"/>
              <a:gd name="csY0" fmla="*/ 4146487 h 4146487"/>
              <a:gd name="csX1" fmla="*/ 0 w 2888056"/>
              <a:gd name="csY1" fmla="*/ 199176 h 4146487"/>
              <a:gd name="csX2" fmla="*/ 2879002 w 2888056"/>
              <a:gd name="csY2" fmla="*/ 199176 h 4146487"/>
              <a:gd name="csX3" fmla="*/ 2888056 w 2888056"/>
              <a:gd name="csY3" fmla="*/ 0 h 4146487"/>
              <a:gd name="csX4" fmla="*/ 2888056 w 2888056"/>
              <a:gd name="csY4" fmla="*/ 1430447 h 4146487"/>
              <a:gd name="csX5" fmla="*/ 289711 w 2888056"/>
              <a:gd name="csY5" fmla="*/ 1430447 h 4146487"/>
              <a:gd name="csX6" fmla="*/ 289711 w 2888056"/>
              <a:gd name="csY6" fmla="*/ 4137433 h 4146487"/>
              <a:gd name="csX7" fmla="*/ 0 w 2888056"/>
              <a:gd name="csY7" fmla="*/ 4146487 h 4146487"/>
              <a:gd name="csX0" fmla="*/ 0 w 2888056"/>
              <a:gd name="csY0" fmla="*/ 3947311 h 3947311"/>
              <a:gd name="csX1" fmla="*/ 0 w 2888056"/>
              <a:gd name="csY1" fmla="*/ 0 h 3947311"/>
              <a:gd name="csX2" fmla="*/ 2879002 w 2888056"/>
              <a:gd name="csY2" fmla="*/ 0 h 3947311"/>
              <a:gd name="csX3" fmla="*/ 2888056 w 2888056"/>
              <a:gd name="csY3" fmla="*/ 3947311 h 3947311"/>
              <a:gd name="csX4" fmla="*/ 2888056 w 2888056"/>
              <a:gd name="csY4" fmla="*/ 1231271 h 3947311"/>
              <a:gd name="csX5" fmla="*/ 289711 w 2888056"/>
              <a:gd name="csY5" fmla="*/ 1231271 h 3947311"/>
              <a:gd name="csX6" fmla="*/ 289711 w 2888056"/>
              <a:gd name="csY6" fmla="*/ 3938257 h 3947311"/>
              <a:gd name="csX7" fmla="*/ 0 w 2888056"/>
              <a:gd name="csY7" fmla="*/ 3947311 h 3947311"/>
              <a:gd name="csX0" fmla="*/ 0 w 2888056"/>
              <a:gd name="csY0" fmla="*/ 3947311 h 3947311"/>
              <a:gd name="csX1" fmla="*/ 0 w 2888056"/>
              <a:gd name="csY1" fmla="*/ 0 h 3947311"/>
              <a:gd name="csX2" fmla="*/ 2879002 w 2888056"/>
              <a:gd name="csY2" fmla="*/ 0 h 3947311"/>
              <a:gd name="csX3" fmla="*/ 2888056 w 2888056"/>
              <a:gd name="csY3" fmla="*/ 1231271 h 3947311"/>
              <a:gd name="csX4" fmla="*/ 289711 w 2888056"/>
              <a:gd name="csY4" fmla="*/ 1231271 h 3947311"/>
              <a:gd name="csX5" fmla="*/ 289711 w 2888056"/>
              <a:gd name="csY5" fmla="*/ 3938257 h 3947311"/>
              <a:gd name="csX6" fmla="*/ 0 w 2888056"/>
              <a:gd name="csY6" fmla="*/ 3947311 h 3947311"/>
              <a:gd name="csX0" fmla="*/ 0 w 2888056"/>
              <a:gd name="csY0" fmla="*/ 3947311 h 4362760"/>
              <a:gd name="csX1" fmla="*/ 0 w 2888056"/>
              <a:gd name="csY1" fmla="*/ 0 h 4362760"/>
              <a:gd name="csX2" fmla="*/ 2879002 w 2888056"/>
              <a:gd name="csY2" fmla="*/ 0 h 4362760"/>
              <a:gd name="csX3" fmla="*/ 2888056 w 2888056"/>
              <a:gd name="csY3" fmla="*/ 1231271 h 4362760"/>
              <a:gd name="csX4" fmla="*/ 289711 w 2888056"/>
              <a:gd name="csY4" fmla="*/ 1231271 h 4362760"/>
              <a:gd name="csX5" fmla="*/ 289711 w 2888056"/>
              <a:gd name="csY5" fmla="*/ 3938257 h 4362760"/>
              <a:gd name="csX6" fmla="*/ 0 w 2888056"/>
              <a:gd name="csY6" fmla="*/ 3947311 h 4362760"/>
              <a:gd name="csX0" fmla="*/ 224400 w 3112456"/>
              <a:gd name="csY0" fmla="*/ 3947311 h 4362760"/>
              <a:gd name="csX1" fmla="*/ 224400 w 3112456"/>
              <a:gd name="csY1" fmla="*/ 0 h 4362760"/>
              <a:gd name="csX2" fmla="*/ 3103402 w 3112456"/>
              <a:gd name="csY2" fmla="*/ 0 h 4362760"/>
              <a:gd name="csX3" fmla="*/ 3112456 w 3112456"/>
              <a:gd name="csY3" fmla="*/ 1231271 h 4362760"/>
              <a:gd name="csX4" fmla="*/ 514111 w 3112456"/>
              <a:gd name="csY4" fmla="*/ 1231271 h 4362760"/>
              <a:gd name="csX5" fmla="*/ 514111 w 3112456"/>
              <a:gd name="csY5" fmla="*/ 3938257 h 4362760"/>
              <a:gd name="csX6" fmla="*/ 224400 w 3112456"/>
              <a:gd name="csY6" fmla="*/ 3947311 h 4362760"/>
              <a:gd name="csX0" fmla="*/ 224400 w 3112456"/>
              <a:gd name="csY0" fmla="*/ 3947311 h 4362760"/>
              <a:gd name="csX1" fmla="*/ 224400 w 3112456"/>
              <a:gd name="csY1" fmla="*/ 0 h 4362760"/>
              <a:gd name="csX2" fmla="*/ 3103402 w 3112456"/>
              <a:gd name="csY2" fmla="*/ 0 h 4362760"/>
              <a:gd name="csX3" fmla="*/ 3112456 w 3112456"/>
              <a:gd name="csY3" fmla="*/ 1231271 h 4362760"/>
              <a:gd name="csX4" fmla="*/ 514111 w 3112456"/>
              <a:gd name="csY4" fmla="*/ 1231271 h 4362760"/>
              <a:gd name="csX5" fmla="*/ 514111 w 3112456"/>
              <a:gd name="csY5" fmla="*/ 3938257 h 4362760"/>
              <a:gd name="csX6" fmla="*/ 224400 w 3112456"/>
              <a:gd name="csY6" fmla="*/ 3947311 h 4362760"/>
              <a:gd name="csX0" fmla="*/ 224400 w 3450366"/>
              <a:gd name="csY0" fmla="*/ 3947311 h 4362760"/>
              <a:gd name="csX1" fmla="*/ 224400 w 3450366"/>
              <a:gd name="csY1" fmla="*/ 0 h 4362760"/>
              <a:gd name="csX2" fmla="*/ 3103402 w 3450366"/>
              <a:gd name="csY2" fmla="*/ 0 h 4362760"/>
              <a:gd name="csX3" fmla="*/ 3112456 w 3450366"/>
              <a:gd name="csY3" fmla="*/ 1231271 h 4362760"/>
              <a:gd name="csX4" fmla="*/ 514111 w 3450366"/>
              <a:gd name="csY4" fmla="*/ 1231271 h 4362760"/>
              <a:gd name="csX5" fmla="*/ 514111 w 3450366"/>
              <a:gd name="csY5" fmla="*/ 3938257 h 4362760"/>
              <a:gd name="csX6" fmla="*/ 224400 w 3450366"/>
              <a:gd name="csY6" fmla="*/ 3947311 h 4362760"/>
              <a:gd name="csX0" fmla="*/ 224400 w 3466512"/>
              <a:gd name="csY0" fmla="*/ 3947311 h 4362760"/>
              <a:gd name="csX1" fmla="*/ 224400 w 3466512"/>
              <a:gd name="csY1" fmla="*/ 0 h 4362760"/>
              <a:gd name="csX2" fmla="*/ 3103402 w 3466512"/>
              <a:gd name="csY2" fmla="*/ 0 h 4362760"/>
              <a:gd name="csX3" fmla="*/ 3112456 w 3466512"/>
              <a:gd name="csY3" fmla="*/ 1231271 h 4362760"/>
              <a:gd name="csX4" fmla="*/ 514111 w 3466512"/>
              <a:gd name="csY4" fmla="*/ 1231271 h 4362760"/>
              <a:gd name="csX5" fmla="*/ 514111 w 3466512"/>
              <a:gd name="csY5" fmla="*/ 3938257 h 4362760"/>
              <a:gd name="csX6" fmla="*/ 224400 w 3466512"/>
              <a:gd name="csY6" fmla="*/ 3947311 h 4362760"/>
              <a:gd name="csX0" fmla="*/ 372873 w 3614985"/>
              <a:gd name="csY0" fmla="*/ 3947311 h 4362760"/>
              <a:gd name="csX1" fmla="*/ 372873 w 3614985"/>
              <a:gd name="csY1" fmla="*/ 0 h 4362760"/>
              <a:gd name="csX2" fmla="*/ 3251875 w 3614985"/>
              <a:gd name="csY2" fmla="*/ 0 h 4362760"/>
              <a:gd name="csX3" fmla="*/ 3260929 w 3614985"/>
              <a:gd name="csY3" fmla="*/ 1231271 h 4362760"/>
              <a:gd name="csX4" fmla="*/ 662584 w 3614985"/>
              <a:gd name="csY4" fmla="*/ 1231271 h 4362760"/>
              <a:gd name="csX5" fmla="*/ 662584 w 3614985"/>
              <a:gd name="csY5" fmla="*/ 3938257 h 4362760"/>
              <a:gd name="csX6" fmla="*/ 372873 w 3614985"/>
              <a:gd name="csY6" fmla="*/ 3947311 h 4362760"/>
              <a:gd name="csX0" fmla="*/ 372873 w 3614985"/>
              <a:gd name="csY0" fmla="*/ 3947311 h 4362760"/>
              <a:gd name="csX1" fmla="*/ 372873 w 3614985"/>
              <a:gd name="csY1" fmla="*/ 0 h 4362760"/>
              <a:gd name="csX2" fmla="*/ 400035 w 3614985"/>
              <a:gd name="csY2" fmla="*/ 9053 h 4362760"/>
              <a:gd name="csX3" fmla="*/ 3251875 w 3614985"/>
              <a:gd name="csY3" fmla="*/ 0 h 4362760"/>
              <a:gd name="csX4" fmla="*/ 3260929 w 3614985"/>
              <a:gd name="csY4" fmla="*/ 1231271 h 4362760"/>
              <a:gd name="csX5" fmla="*/ 662584 w 3614985"/>
              <a:gd name="csY5" fmla="*/ 1231271 h 4362760"/>
              <a:gd name="csX6" fmla="*/ 662584 w 3614985"/>
              <a:gd name="csY6" fmla="*/ 3938257 h 4362760"/>
              <a:gd name="csX7" fmla="*/ 372873 w 3614985"/>
              <a:gd name="csY7" fmla="*/ 3947311 h 4362760"/>
              <a:gd name="csX0" fmla="*/ 34538 w 3244007"/>
              <a:gd name="csY0" fmla="*/ 4239704 h 4655153"/>
              <a:gd name="csX1" fmla="*/ 34538 w 3244007"/>
              <a:gd name="csY1" fmla="*/ 292393 h 4655153"/>
              <a:gd name="csX2" fmla="*/ 297090 w 3244007"/>
              <a:gd name="csY2" fmla="*/ 292393 h 4655153"/>
              <a:gd name="csX3" fmla="*/ 2913540 w 3244007"/>
              <a:gd name="csY3" fmla="*/ 292393 h 4655153"/>
              <a:gd name="csX4" fmla="*/ 2922594 w 3244007"/>
              <a:gd name="csY4" fmla="*/ 1523664 h 4655153"/>
              <a:gd name="csX5" fmla="*/ 324249 w 3244007"/>
              <a:gd name="csY5" fmla="*/ 1523664 h 4655153"/>
              <a:gd name="csX6" fmla="*/ 324249 w 3244007"/>
              <a:gd name="csY6" fmla="*/ 4230650 h 4655153"/>
              <a:gd name="csX7" fmla="*/ 34538 w 3244007"/>
              <a:gd name="csY7" fmla="*/ 4239704 h 4655153"/>
              <a:gd name="csX0" fmla="*/ 34538 w 3244007"/>
              <a:gd name="csY0" fmla="*/ 4239704 h 4655153"/>
              <a:gd name="csX1" fmla="*/ 34538 w 3244007"/>
              <a:gd name="csY1" fmla="*/ 292393 h 4655153"/>
              <a:gd name="csX2" fmla="*/ 297090 w 3244007"/>
              <a:gd name="csY2" fmla="*/ 292393 h 4655153"/>
              <a:gd name="csX3" fmla="*/ 2913540 w 3244007"/>
              <a:gd name="csY3" fmla="*/ 292393 h 4655153"/>
              <a:gd name="csX4" fmla="*/ 2922594 w 3244007"/>
              <a:gd name="csY4" fmla="*/ 1523664 h 4655153"/>
              <a:gd name="csX5" fmla="*/ 324249 w 3244007"/>
              <a:gd name="csY5" fmla="*/ 1523664 h 4655153"/>
              <a:gd name="csX6" fmla="*/ 324249 w 3244007"/>
              <a:gd name="csY6" fmla="*/ 4230650 h 4655153"/>
              <a:gd name="csX7" fmla="*/ 34538 w 3244007"/>
              <a:gd name="csY7" fmla="*/ 4239704 h 4655153"/>
              <a:gd name="csX0" fmla="*/ 34538 w 3244007"/>
              <a:gd name="csY0" fmla="*/ 4239704 h 4655153"/>
              <a:gd name="csX1" fmla="*/ 34538 w 3244007"/>
              <a:gd name="csY1" fmla="*/ 292393 h 4655153"/>
              <a:gd name="csX2" fmla="*/ 297090 w 3244007"/>
              <a:gd name="csY2" fmla="*/ 292393 h 4655153"/>
              <a:gd name="csX3" fmla="*/ 2913540 w 3244007"/>
              <a:gd name="csY3" fmla="*/ 292393 h 4655153"/>
              <a:gd name="csX4" fmla="*/ 2922594 w 3244007"/>
              <a:gd name="csY4" fmla="*/ 1523664 h 4655153"/>
              <a:gd name="csX5" fmla="*/ 324249 w 3244007"/>
              <a:gd name="csY5" fmla="*/ 1523664 h 4655153"/>
              <a:gd name="csX6" fmla="*/ 324249 w 3244007"/>
              <a:gd name="csY6" fmla="*/ 4230650 h 4655153"/>
              <a:gd name="csX7" fmla="*/ 34538 w 3244007"/>
              <a:gd name="csY7" fmla="*/ 4239704 h 4655153"/>
              <a:gd name="csX0" fmla="*/ 148603 w 3358072"/>
              <a:gd name="csY0" fmla="*/ 4038517 h 4453966"/>
              <a:gd name="csX1" fmla="*/ 148603 w 3358072"/>
              <a:gd name="csY1" fmla="*/ 91206 h 4453966"/>
              <a:gd name="csX2" fmla="*/ 411155 w 3358072"/>
              <a:gd name="csY2" fmla="*/ 91206 h 4453966"/>
              <a:gd name="csX3" fmla="*/ 3027605 w 3358072"/>
              <a:gd name="csY3" fmla="*/ 91206 h 4453966"/>
              <a:gd name="csX4" fmla="*/ 3036659 w 3358072"/>
              <a:gd name="csY4" fmla="*/ 1322477 h 4453966"/>
              <a:gd name="csX5" fmla="*/ 438314 w 3358072"/>
              <a:gd name="csY5" fmla="*/ 1322477 h 4453966"/>
              <a:gd name="csX6" fmla="*/ 438314 w 3358072"/>
              <a:gd name="csY6" fmla="*/ 4029463 h 4453966"/>
              <a:gd name="csX7" fmla="*/ 148603 w 3358072"/>
              <a:gd name="csY7" fmla="*/ 4038517 h 4453966"/>
              <a:gd name="csX0" fmla="*/ 57435 w 3266904"/>
              <a:gd name="csY0" fmla="*/ 4038517 h 4453966"/>
              <a:gd name="csX1" fmla="*/ 57435 w 3266904"/>
              <a:gd name="csY1" fmla="*/ 91206 h 4453966"/>
              <a:gd name="csX2" fmla="*/ 319987 w 3266904"/>
              <a:gd name="csY2" fmla="*/ 91206 h 4453966"/>
              <a:gd name="csX3" fmla="*/ 2936437 w 3266904"/>
              <a:gd name="csY3" fmla="*/ 91206 h 4453966"/>
              <a:gd name="csX4" fmla="*/ 2945491 w 3266904"/>
              <a:gd name="csY4" fmla="*/ 1322477 h 4453966"/>
              <a:gd name="csX5" fmla="*/ 347146 w 3266904"/>
              <a:gd name="csY5" fmla="*/ 1322477 h 4453966"/>
              <a:gd name="csX6" fmla="*/ 347146 w 3266904"/>
              <a:gd name="csY6" fmla="*/ 4029463 h 4453966"/>
              <a:gd name="csX7" fmla="*/ 57435 w 3266904"/>
              <a:gd name="csY7" fmla="*/ 4038517 h 4453966"/>
              <a:gd name="csX0" fmla="*/ 39095 w 3244085"/>
              <a:gd name="csY0" fmla="*/ 4275272 h 4690721"/>
              <a:gd name="csX1" fmla="*/ 39095 w 3244085"/>
              <a:gd name="csY1" fmla="*/ 327961 h 4690721"/>
              <a:gd name="csX2" fmla="*/ 374075 w 3244085"/>
              <a:gd name="csY2" fmla="*/ 228373 h 4690721"/>
              <a:gd name="csX3" fmla="*/ 2918097 w 3244085"/>
              <a:gd name="csY3" fmla="*/ 327961 h 4690721"/>
              <a:gd name="csX4" fmla="*/ 2927151 w 3244085"/>
              <a:gd name="csY4" fmla="*/ 1559232 h 4690721"/>
              <a:gd name="csX5" fmla="*/ 328806 w 3244085"/>
              <a:gd name="csY5" fmla="*/ 1559232 h 4690721"/>
              <a:gd name="csX6" fmla="*/ 328806 w 3244085"/>
              <a:gd name="csY6" fmla="*/ 4266218 h 4690721"/>
              <a:gd name="csX7" fmla="*/ 39095 w 3244085"/>
              <a:gd name="csY7" fmla="*/ 4275272 h 4690721"/>
              <a:gd name="csX0" fmla="*/ 144671 w 3349661"/>
              <a:gd name="csY0" fmla="*/ 4080494 h 4495943"/>
              <a:gd name="csX1" fmla="*/ 144671 w 3349661"/>
              <a:gd name="csY1" fmla="*/ 133183 h 4495943"/>
              <a:gd name="csX2" fmla="*/ 479651 w 3349661"/>
              <a:gd name="csY2" fmla="*/ 33595 h 4495943"/>
              <a:gd name="csX3" fmla="*/ 3023673 w 3349661"/>
              <a:gd name="csY3" fmla="*/ 133183 h 4495943"/>
              <a:gd name="csX4" fmla="*/ 3032727 w 3349661"/>
              <a:gd name="csY4" fmla="*/ 1364454 h 4495943"/>
              <a:gd name="csX5" fmla="*/ 434382 w 3349661"/>
              <a:gd name="csY5" fmla="*/ 1364454 h 4495943"/>
              <a:gd name="csX6" fmla="*/ 434382 w 3349661"/>
              <a:gd name="csY6" fmla="*/ 4071440 h 4495943"/>
              <a:gd name="csX7" fmla="*/ 144671 w 3349661"/>
              <a:gd name="csY7" fmla="*/ 4080494 h 4495943"/>
              <a:gd name="csX0" fmla="*/ 76990 w 3281980"/>
              <a:gd name="csY0" fmla="*/ 4080494 h 4495943"/>
              <a:gd name="csX1" fmla="*/ 76990 w 3281980"/>
              <a:gd name="csY1" fmla="*/ 133183 h 4495943"/>
              <a:gd name="csX2" fmla="*/ 411970 w 3281980"/>
              <a:gd name="csY2" fmla="*/ 33595 h 4495943"/>
              <a:gd name="csX3" fmla="*/ 2955992 w 3281980"/>
              <a:gd name="csY3" fmla="*/ 133183 h 4495943"/>
              <a:gd name="csX4" fmla="*/ 2965046 w 3281980"/>
              <a:gd name="csY4" fmla="*/ 1364454 h 4495943"/>
              <a:gd name="csX5" fmla="*/ 366701 w 3281980"/>
              <a:gd name="csY5" fmla="*/ 1364454 h 4495943"/>
              <a:gd name="csX6" fmla="*/ 366701 w 3281980"/>
              <a:gd name="csY6" fmla="*/ 4071440 h 4495943"/>
              <a:gd name="csX7" fmla="*/ 76990 w 3281980"/>
              <a:gd name="csY7" fmla="*/ 4080494 h 4495943"/>
              <a:gd name="csX0" fmla="*/ 41485 w 3246475"/>
              <a:gd name="csY0" fmla="*/ 4080494 h 4495943"/>
              <a:gd name="csX1" fmla="*/ 5273 w 3246475"/>
              <a:gd name="csY1" fmla="*/ 4026173 h 4495943"/>
              <a:gd name="csX2" fmla="*/ 41485 w 3246475"/>
              <a:gd name="csY2" fmla="*/ 133183 h 4495943"/>
              <a:gd name="csX3" fmla="*/ 376465 w 3246475"/>
              <a:gd name="csY3" fmla="*/ 33595 h 4495943"/>
              <a:gd name="csX4" fmla="*/ 2920487 w 3246475"/>
              <a:gd name="csY4" fmla="*/ 133183 h 4495943"/>
              <a:gd name="csX5" fmla="*/ 2929541 w 3246475"/>
              <a:gd name="csY5" fmla="*/ 1364454 h 4495943"/>
              <a:gd name="csX6" fmla="*/ 331196 w 3246475"/>
              <a:gd name="csY6" fmla="*/ 1364454 h 4495943"/>
              <a:gd name="csX7" fmla="*/ 331196 w 3246475"/>
              <a:gd name="csY7" fmla="*/ 4071440 h 4495943"/>
              <a:gd name="csX8" fmla="*/ 41485 w 3246475"/>
              <a:gd name="csY8" fmla="*/ 4080494 h 4495943"/>
              <a:gd name="csX0" fmla="*/ 47659 w 3252649"/>
              <a:gd name="csY0" fmla="*/ 4263310 h 4463758"/>
              <a:gd name="csX1" fmla="*/ 2394 w 3252649"/>
              <a:gd name="csY1" fmla="*/ 4100347 h 4463758"/>
              <a:gd name="csX2" fmla="*/ 47659 w 3252649"/>
              <a:gd name="csY2" fmla="*/ 315999 h 4463758"/>
              <a:gd name="csX3" fmla="*/ 382639 w 3252649"/>
              <a:gd name="csY3" fmla="*/ 216411 h 4463758"/>
              <a:gd name="csX4" fmla="*/ 2926661 w 3252649"/>
              <a:gd name="csY4" fmla="*/ 315999 h 4463758"/>
              <a:gd name="csX5" fmla="*/ 2935715 w 3252649"/>
              <a:gd name="csY5" fmla="*/ 1547270 h 4463758"/>
              <a:gd name="csX6" fmla="*/ 337370 w 3252649"/>
              <a:gd name="csY6" fmla="*/ 1547270 h 4463758"/>
              <a:gd name="csX7" fmla="*/ 337370 w 3252649"/>
              <a:gd name="csY7" fmla="*/ 4254256 h 4463758"/>
              <a:gd name="csX8" fmla="*/ 47659 w 3252649"/>
              <a:gd name="csY8" fmla="*/ 4263310 h 4463758"/>
              <a:gd name="csX0" fmla="*/ 47659 w 3252649"/>
              <a:gd name="csY0" fmla="*/ 4263310 h 4457476"/>
              <a:gd name="csX1" fmla="*/ 2394 w 3252649"/>
              <a:gd name="csY1" fmla="*/ 4100347 h 4457476"/>
              <a:gd name="csX2" fmla="*/ 47659 w 3252649"/>
              <a:gd name="csY2" fmla="*/ 315999 h 4457476"/>
              <a:gd name="csX3" fmla="*/ 382639 w 3252649"/>
              <a:gd name="csY3" fmla="*/ 216411 h 4457476"/>
              <a:gd name="csX4" fmla="*/ 2926661 w 3252649"/>
              <a:gd name="csY4" fmla="*/ 315999 h 4457476"/>
              <a:gd name="csX5" fmla="*/ 2935715 w 3252649"/>
              <a:gd name="csY5" fmla="*/ 1547270 h 4457476"/>
              <a:gd name="csX6" fmla="*/ 337370 w 3252649"/>
              <a:gd name="csY6" fmla="*/ 1547270 h 4457476"/>
              <a:gd name="csX7" fmla="*/ 337370 w 3252649"/>
              <a:gd name="csY7" fmla="*/ 4254256 h 4457476"/>
              <a:gd name="csX8" fmla="*/ 346425 w 3252649"/>
              <a:gd name="csY8" fmla="*/ 4263310 h 4457476"/>
              <a:gd name="csX9" fmla="*/ 47659 w 3252649"/>
              <a:gd name="csY9" fmla="*/ 4263310 h 4457476"/>
              <a:gd name="csX0" fmla="*/ 48050 w 3253040"/>
              <a:gd name="csY0" fmla="*/ 4263310 h 4445407"/>
              <a:gd name="csX1" fmla="*/ 2785 w 3253040"/>
              <a:gd name="csY1" fmla="*/ 4100347 h 4445407"/>
              <a:gd name="csX2" fmla="*/ 48050 w 3253040"/>
              <a:gd name="csY2" fmla="*/ 315999 h 4445407"/>
              <a:gd name="csX3" fmla="*/ 383030 w 3253040"/>
              <a:gd name="csY3" fmla="*/ 216411 h 4445407"/>
              <a:gd name="csX4" fmla="*/ 2927052 w 3253040"/>
              <a:gd name="csY4" fmla="*/ 315999 h 4445407"/>
              <a:gd name="csX5" fmla="*/ 2936106 w 3253040"/>
              <a:gd name="csY5" fmla="*/ 1547270 h 4445407"/>
              <a:gd name="csX6" fmla="*/ 337761 w 3253040"/>
              <a:gd name="csY6" fmla="*/ 1547270 h 4445407"/>
              <a:gd name="csX7" fmla="*/ 337761 w 3253040"/>
              <a:gd name="csY7" fmla="*/ 4254256 h 4445407"/>
              <a:gd name="csX8" fmla="*/ 392083 w 3253040"/>
              <a:gd name="csY8" fmla="*/ 4027920 h 4445407"/>
              <a:gd name="csX9" fmla="*/ 48050 w 3253040"/>
              <a:gd name="csY9" fmla="*/ 4263310 h 4445407"/>
              <a:gd name="csX0" fmla="*/ 48050 w 3253040"/>
              <a:gd name="csY0" fmla="*/ 4263310 h 4445407"/>
              <a:gd name="csX1" fmla="*/ 2785 w 3253040"/>
              <a:gd name="csY1" fmla="*/ 4100347 h 4445407"/>
              <a:gd name="csX2" fmla="*/ 48050 w 3253040"/>
              <a:gd name="csY2" fmla="*/ 315999 h 4445407"/>
              <a:gd name="csX3" fmla="*/ 383030 w 3253040"/>
              <a:gd name="csY3" fmla="*/ 216411 h 4445407"/>
              <a:gd name="csX4" fmla="*/ 2927052 w 3253040"/>
              <a:gd name="csY4" fmla="*/ 315999 h 4445407"/>
              <a:gd name="csX5" fmla="*/ 2936106 w 3253040"/>
              <a:gd name="csY5" fmla="*/ 1547270 h 4445407"/>
              <a:gd name="csX6" fmla="*/ 337761 w 3253040"/>
              <a:gd name="csY6" fmla="*/ 1547270 h 4445407"/>
              <a:gd name="csX7" fmla="*/ 355868 w 3253040"/>
              <a:gd name="csY7" fmla="*/ 3991706 h 4445407"/>
              <a:gd name="csX8" fmla="*/ 392083 w 3253040"/>
              <a:gd name="csY8" fmla="*/ 4027920 h 4445407"/>
              <a:gd name="csX9" fmla="*/ 48050 w 3253040"/>
              <a:gd name="csY9" fmla="*/ 4263310 h 4445407"/>
              <a:gd name="csX0" fmla="*/ 47660 w 3252650"/>
              <a:gd name="csY0" fmla="*/ 4263310 h 4434228"/>
              <a:gd name="csX1" fmla="*/ 2395 w 3252650"/>
              <a:gd name="csY1" fmla="*/ 4100347 h 4434228"/>
              <a:gd name="csX2" fmla="*/ 47660 w 3252650"/>
              <a:gd name="csY2" fmla="*/ 315999 h 4434228"/>
              <a:gd name="csX3" fmla="*/ 382640 w 3252650"/>
              <a:gd name="csY3" fmla="*/ 216411 h 4434228"/>
              <a:gd name="csX4" fmla="*/ 2926662 w 3252650"/>
              <a:gd name="csY4" fmla="*/ 315999 h 4434228"/>
              <a:gd name="csX5" fmla="*/ 2935716 w 3252650"/>
              <a:gd name="csY5" fmla="*/ 1547270 h 4434228"/>
              <a:gd name="csX6" fmla="*/ 337371 w 3252650"/>
              <a:gd name="csY6" fmla="*/ 1547270 h 4434228"/>
              <a:gd name="csX7" fmla="*/ 355478 w 3252650"/>
              <a:gd name="csY7" fmla="*/ 3991706 h 4434228"/>
              <a:gd name="csX8" fmla="*/ 328319 w 3252650"/>
              <a:gd name="csY8" fmla="*/ 4263310 h 4434228"/>
              <a:gd name="csX9" fmla="*/ 47660 w 3252650"/>
              <a:gd name="csY9" fmla="*/ 4263310 h 4434228"/>
              <a:gd name="csX0" fmla="*/ 47660 w 3252650"/>
              <a:gd name="csY0" fmla="*/ 4263310 h 4434228"/>
              <a:gd name="csX1" fmla="*/ 2395 w 3252650"/>
              <a:gd name="csY1" fmla="*/ 4100347 h 4434228"/>
              <a:gd name="csX2" fmla="*/ 47660 w 3252650"/>
              <a:gd name="csY2" fmla="*/ 315999 h 4434228"/>
              <a:gd name="csX3" fmla="*/ 382640 w 3252650"/>
              <a:gd name="csY3" fmla="*/ 216411 h 4434228"/>
              <a:gd name="csX4" fmla="*/ 2926662 w 3252650"/>
              <a:gd name="csY4" fmla="*/ 315999 h 4434228"/>
              <a:gd name="csX5" fmla="*/ 2935716 w 3252650"/>
              <a:gd name="csY5" fmla="*/ 1547270 h 4434228"/>
              <a:gd name="csX6" fmla="*/ 337371 w 3252650"/>
              <a:gd name="csY6" fmla="*/ 1547270 h 4434228"/>
              <a:gd name="csX7" fmla="*/ 346424 w 3252650"/>
              <a:gd name="csY7" fmla="*/ 4064133 h 4434228"/>
              <a:gd name="csX8" fmla="*/ 328319 w 3252650"/>
              <a:gd name="csY8" fmla="*/ 4263310 h 4434228"/>
              <a:gd name="csX9" fmla="*/ 47660 w 3252650"/>
              <a:gd name="csY9" fmla="*/ 4263310 h 4434228"/>
              <a:gd name="csX0" fmla="*/ 47660 w 3252650"/>
              <a:gd name="csY0" fmla="*/ 4263310 h 4434228"/>
              <a:gd name="csX1" fmla="*/ 2395 w 3252650"/>
              <a:gd name="csY1" fmla="*/ 4100347 h 4434228"/>
              <a:gd name="csX2" fmla="*/ 47660 w 3252650"/>
              <a:gd name="csY2" fmla="*/ 315999 h 4434228"/>
              <a:gd name="csX3" fmla="*/ 382640 w 3252650"/>
              <a:gd name="csY3" fmla="*/ 216411 h 4434228"/>
              <a:gd name="csX4" fmla="*/ 2926662 w 3252650"/>
              <a:gd name="csY4" fmla="*/ 315999 h 4434228"/>
              <a:gd name="csX5" fmla="*/ 2935716 w 3252650"/>
              <a:gd name="csY5" fmla="*/ 1547270 h 4434228"/>
              <a:gd name="csX6" fmla="*/ 337371 w 3252650"/>
              <a:gd name="csY6" fmla="*/ 1547270 h 4434228"/>
              <a:gd name="csX7" fmla="*/ 310212 w 3252650"/>
              <a:gd name="csY7" fmla="*/ 1556325 h 4434228"/>
              <a:gd name="csX8" fmla="*/ 346424 w 3252650"/>
              <a:gd name="csY8" fmla="*/ 4064133 h 4434228"/>
              <a:gd name="csX9" fmla="*/ 328319 w 3252650"/>
              <a:gd name="csY9" fmla="*/ 4263310 h 4434228"/>
              <a:gd name="csX10" fmla="*/ 47660 w 3252650"/>
              <a:gd name="csY10" fmla="*/ 4263310 h 4434228"/>
              <a:gd name="csX0" fmla="*/ 47660 w 3252650"/>
              <a:gd name="csY0" fmla="*/ 4263310 h 4434228"/>
              <a:gd name="csX1" fmla="*/ 2395 w 3252650"/>
              <a:gd name="csY1" fmla="*/ 4100347 h 4434228"/>
              <a:gd name="csX2" fmla="*/ 47660 w 3252650"/>
              <a:gd name="csY2" fmla="*/ 315999 h 4434228"/>
              <a:gd name="csX3" fmla="*/ 382640 w 3252650"/>
              <a:gd name="csY3" fmla="*/ 216411 h 4434228"/>
              <a:gd name="csX4" fmla="*/ 2926662 w 3252650"/>
              <a:gd name="csY4" fmla="*/ 315999 h 4434228"/>
              <a:gd name="csX5" fmla="*/ 2935716 w 3252650"/>
              <a:gd name="csY5" fmla="*/ 1547270 h 4434228"/>
              <a:gd name="csX6" fmla="*/ 337371 w 3252650"/>
              <a:gd name="csY6" fmla="*/ 1547270 h 4434228"/>
              <a:gd name="csX7" fmla="*/ 310212 w 3252650"/>
              <a:gd name="csY7" fmla="*/ 1764555 h 4434228"/>
              <a:gd name="csX8" fmla="*/ 346424 w 3252650"/>
              <a:gd name="csY8" fmla="*/ 4064133 h 4434228"/>
              <a:gd name="csX9" fmla="*/ 328319 w 3252650"/>
              <a:gd name="csY9" fmla="*/ 4263310 h 4434228"/>
              <a:gd name="csX10" fmla="*/ 47660 w 3252650"/>
              <a:gd name="csY10" fmla="*/ 4263310 h 4434228"/>
              <a:gd name="csX0" fmla="*/ 47660 w 3237901"/>
              <a:gd name="csY0" fmla="*/ 4263310 h 4434228"/>
              <a:gd name="csX1" fmla="*/ 2395 w 3237901"/>
              <a:gd name="csY1" fmla="*/ 4100347 h 4434228"/>
              <a:gd name="csX2" fmla="*/ 47660 w 3237901"/>
              <a:gd name="csY2" fmla="*/ 315999 h 4434228"/>
              <a:gd name="csX3" fmla="*/ 382640 w 3237901"/>
              <a:gd name="csY3" fmla="*/ 216411 h 4434228"/>
              <a:gd name="csX4" fmla="*/ 2926662 w 3237901"/>
              <a:gd name="csY4" fmla="*/ 315999 h 4434228"/>
              <a:gd name="csX5" fmla="*/ 2935716 w 3237901"/>
              <a:gd name="csY5" fmla="*/ 1547270 h 4434228"/>
              <a:gd name="csX6" fmla="*/ 572762 w 3237901"/>
              <a:gd name="csY6" fmla="*/ 1547270 h 4434228"/>
              <a:gd name="csX7" fmla="*/ 310212 w 3237901"/>
              <a:gd name="csY7" fmla="*/ 1764555 h 4434228"/>
              <a:gd name="csX8" fmla="*/ 346424 w 3237901"/>
              <a:gd name="csY8" fmla="*/ 4064133 h 4434228"/>
              <a:gd name="csX9" fmla="*/ 328319 w 3237901"/>
              <a:gd name="csY9" fmla="*/ 4263310 h 4434228"/>
              <a:gd name="csX10" fmla="*/ 47660 w 3237901"/>
              <a:gd name="csY10" fmla="*/ 4263310 h 4434228"/>
              <a:gd name="csX0" fmla="*/ 47660 w 3237901"/>
              <a:gd name="csY0" fmla="*/ 4263310 h 4434228"/>
              <a:gd name="csX1" fmla="*/ 2395 w 3237901"/>
              <a:gd name="csY1" fmla="*/ 4100347 h 4434228"/>
              <a:gd name="csX2" fmla="*/ 47660 w 3237901"/>
              <a:gd name="csY2" fmla="*/ 315999 h 4434228"/>
              <a:gd name="csX3" fmla="*/ 382640 w 3237901"/>
              <a:gd name="csY3" fmla="*/ 216411 h 4434228"/>
              <a:gd name="csX4" fmla="*/ 2926662 w 3237901"/>
              <a:gd name="csY4" fmla="*/ 315999 h 4434228"/>
              <a:gd name="csX5" fmla="*/ 2935716 w 3237901"/>
              <a:gd name="csY5" fmla="*/ 1547270 h 4434228"/>
              <a:gd name="csX6" fmla="*/ 572762 w 3237901"/>
              <a:gd name="csY6" fmla="*/ 1547270 h 4434228"/>
              <a:gd name="csX7" fmla="*/ 310212 w 3237901"/>
              <a:gd name="csY7" fmla="*/ 1764555 h 4434228"/>
              <a:gd name="csX8" fmla="*/ 346424 w 3237901"/>
              <a:gd name="csY8" fmla="*/ 4064133 h 4434228"/>
              <a:gd name="csX9" fmla="*/ 328319 w 3237901"/>
              <a:gd name="csY9" fmla="*/ 4263310 h 4434228"/>
              <a:gd name="csX10" fmla="*/ 47660 w 3237901"/>
              <a:gd name="csY10" fmla="*/ 4263310 h 4434228"/>
              <a:gd name="csX0" fmla="*/ 47660 w 3237901"/>
              <a:gd name="csY0" fmla="*/ 4263310 h 4434228"/>
              <a:gd name="csX1" fmla="*/ 2395 w 3237901"/>
              <a:gd name="csY1" fmla="*/ 4100347 h 4434228"/>
              <a:gd name="csX2" fmla="*/ 47660 w 3237901"/>
              <a:gd name="csY2" fmla="*/ 315999 h 4434228"/>
              <a:gd name="csX3" fmla="*/ 382640 w 3237901"/>
              <a:gd name="csY3" fmla="*/ 216411 h 4434228"/>
              <a:gd name="csX4" fmla="*/ 2926662 w 3237901"/>
              <a:gd name="csY4" fmla="*/ 315999 h 4434228"/>
              <a:gd name="csX5" fmla="*/ 2935716 w 3237901"/>
              <a:gd name="csY5" fmla="*/ 1547270 h 4434228"/>
              <a:gd name="csX6" fmla="*/ 572762 w 3237901"/>
              <a:gd name="csY6" fmla="*/ 1547270 h 4434228"/>
              <a:gd name="csX7" fmla="*/ 310212 w 3237901"/>
              <a:gd name="csY7" fmla="*/ 1764555 h 4434228"/>
              <a:gd name="csX8" fmla="*/ 346424 w 3237901"/>
              <a:gd name="csY8" fmla="*/ 4064133 h 4434228"/>
              <a:gd name="csX9" fmla="*/ 328319 w 3237901"/>
              <a:gd name="csY9" fmla="*/ 4263310 h 4434228"/>
              <a:gd name="csX10" fmla="*/ 47660 w 3237901"/>
              <a:gd name="csY10" fmla="*/ 4263310 h 4434228"/>
              <a:gd name="csX0" fmla="*/ 47660 w 3118841"/>
              <a:gd name="csY0" fmla="*/ 4263310 h 4434228"/>
              <a:gd name="csX1" fmla="*/ 2395 w 3118841"/>
              <a:gd name="csY1" fmla="*/ 4100347 h 4434228"/>
              <a:gd name="csX2" fmla="*/ 47660 w 3118841"/>
              <a:gd name="csY2" fmla="*/ 315999 h 4434228"/>
              <a:gd name="csX3" fmla="*/ 382640 w 3118841"/>
              <a:gd name="csY3" fmla="*/ 216411 h 4434228"/>
              <a:gd name="csX4" fmla="*/ 2926662 w 3118841"/>
              <a:gd name="csY4" fmla="*/ 315999 h 4434228"/>
              <a:gd name="csX5" fmla="*/ 2935716 w 3118841"/>
              <a:gd name="csY5" fmla="*/ 1547270 h 4434228"/>
              <a:gd name="csX6" fmla="*/ 2908558 w 3118841"/>
              <a:gd name="csY6" fmla="*/ 1592539 h 4434228"/>
              <a:gd name="csX7" fmla="*/ 572762 w 3118841"/>
              <a:gd name="csY7" fmla="*/ 1547270 h 4434228"/>
              <a:gd name="csX8" fmla="*/ 310212 w 3118841"/>
              <a:gd name="csY8" fmla="*/ 1764555 h 4434228"/>
              <a:gd name="csX9" fmla="*/ 346424 w 3118841"/>
              <a:gd name="csY9" fmla="*/ 4064133 h 4434228"/>
              <a:gd name="csX10" fmla="*/ 328319 w 3118841"/>
              <a:gd name="csY10" fmla="*/ 4263310 h 4434228"/>
              <a:gd name="csX11" fmla="*/ 47660 w 3118841"/>
              <a:gd name="csY11" fmla="*/ 4263310 h 4434228"/>
              <a:gd name="csX0" fmla="*/ 47660 w 3120911"/>
              <a:gd name="csY0" fmla="*/ 4263310 h 4434228"/>
              <a:gd name="csX1" fmla="*/ 2395 w 3120911"/>
              <a:gd name="csY1" fmla="*/ 4100347 h 4434228"/>
              <a:gd name="csX2" fmla="*/ 47660 w 3120911"/>
              <a:gd name="csY2" fmla="*/ 315999 h 4434228"/>
              <a:gd name="csX3" fmla="*/ 382640 w 3120911"/>
              <a:gd name="csY3" fmla="*/ 216411 h 4434228"/>
              <a:gd name="csX4" fmla="*/ 2926662 w 3120911"/>
              <a:gd name="csY4" fmla="*/ 315999 h 4434228"/>
              <a:gd name="csX5" fmla="*/ 2944771 w 3120911"/>
              <a:gd name="csY5" fmla="*/ 316000 h 4434228"/>
              <a:gd name="csX6" fmla="*/ 2935716 w 3120911"/>
              <a:gd name="csY6" fmla="*/ 1547270 h 4434228"/>
              <a:gd name="csX7" fmla="*/ 2908558 w 3120911"/>
              <a:gd name="csY7" fmla="*/ 1592539 h 4434228"/>
              <a:gd name="csX8" fmla="*/ 572762 w 3120911"/>
              <a:gd name="csY8" fmla="*/ 1547270 h 4434228"/>
              <a:gd name="csX9" fmla="*/ 310212 w 3120911"/>
              <a:gd name="csY9" fmla="*/ 1764555 h 4434228"/>
              <a:gd name="csX10" fmla="*/ 346424 w 3120911"/>
              <a:gd name="csY10" fmla="*/ 4064133 h 4434228"/>
              <a:gd name="csX11" fmla="*/ 328319 w 3120911"/>
              <a:gd name="csY11" fmla="*/ 4263310 h 4434228"/>
              <a:gd name="csX12" fmla="*/ 47660 w 3120911"/>
              <a:gd name="csY12" fmla="*/ 4263310 h 4434228"/>
              <a:gd name="csX0" fmla="*/ 47660 w 3159318"/>
              <a:gd name="csY0" fmla="*/ 4263310 h 4434228"/>
              <a:gd name="csX1" fmla="*/ 2395 w 3159318"/>
              <a:gd name="csY1" fmla="*/ 4100347 h 4434228"/>
              <a:gd name="csX2" fmla="*/ 47660 w 3159318"/>
              <a:gd name="csY2" fmla="*/ 315999 h 4434228"/>
              <a:gd name="csX3" fmla="*/ 382640 w 3159318"/>
              <a:gd name="csY3" fmla="*/ 216411 h 4434228"/>
              <a:gd name="csX4" fmla="*/ 2926662 w 3159318"/>
              <a:gd name="csY4" fmla="*/ 315999 h 4434228"/>
              <a:gd name="csX5" fmla="*/ 3044360 w 3159318"/>
              <a:gd name="csY5" fmla="*/ 334107 h 4434228"/>
              <a:gd name="csX6" fmla="*/ 2935716 w 3159318"/>
              <a:gd name="csY6" fmla="*/ 1547270 h 4434228"/>
              <a:gd name="csX7" fmla="*/ 2908558 w 3159318"/>
              <a:gd name="csY7" fmla="*/ 1592539 h 4434228"/>
              <a:gd name="csX8" fmla="*/ 572762 w 3159318"/>
              <a:gd name="csY8" fmla="*/ 1547270 h 4434228"/>
              <a:gd name="csX9" fmla="*/ 310212 w 3159318"/>
              <a:gd name="csY9" fmla="*/ 1764555 h 4434228"/>
              <a:gd name="csX10" fmla="*/ 346424 w 3159318"/>
              <a:gd name="csY10" fmla="*/ 4064133 h 4434228"/>
              <a:gd name="csX11" fmla="*/ 328319 w 3159318"/>
              <a:gd name="csY11" fmla="*/ 4263310 h 4434228"/>
              <a:gd name="csX12" fmla="*/ 47660 w 3159318"/>
              <a:gd name="csY12" fmla="*/ 4263310 h 4434228"/>
              <a:gd name="csX0" fmla="*/ 47660 w 3147874"/>
              <a:gd name="csY0" fmla="*/ 4258649 h 4429567"/>
              <a:gd name="csX1" fmla="*/ 2395 w 3147874"/>
              <a:gd name="csY1" fmla="*/ 4095686 h 4429567"/>
              <a:gd name="csX2" fmla="*/ 47660 w 3147874"/>
              <a:gd name="csY2" fmla="*/ 311338 h 4429567"/>
              <a:gd name="csX3" fmla="*/ 382640 w 3147874"/>
              <a:gd name="csY3" fmla="*/ 211750 h 4429567"/>
              <a:gd name="csX4" fmla="*/ 2908555 w 3147874"/>
              <a:gd name="csY4" fmla="*/ 202696 h 4429567"/>
              <a:gd name="csX5" fmla="*/ 3044360 w 3147874"/>
              <a:gd name="csY5" fmla="*/ 329446 h 4429567"/>
              <a:gd name="csX6" fmla="*/ 2935716 w 3147874"/>
              <a:gd name="csY6" fmla="*/ 1542609 h 4429567"/>
              <a:gd name="csX7" fmla="*/ 2908558 w 3147874"/>
              <a:gd name="csY7" fmla="*/ 1587878 h 4429567"/>
              <a:gd name="csX8" fmla="*/ 572762 w 3147874"/>
              <a:gd name="csY8" fmla="*/ 1542609 h 4429567"/>
              <a:gd name="csX9" fmla="*/ 310212 w 3147874"/>
              <a:gd name="csY9" fmla="*/ 1759894 h 4429567"/>
              <a:gd name="csX10" fmla="*/ 346424 w 3147874"/>
              <a:gd name="csY10" fmla="*/ 4059472 h 4429567"/>
              <a:gd name="csX11" fmla="*/ 328319 w 3147874"/>
              <a:gd name="csY11" fmla="*/ 4258649 h 4429567"/>
              <a:gd name="csX12" fmla="*/ 47660 w 3147874"/>
              <a:gd name="csY12" fmla="*/ 4258649 h 4429567"/>
              <a:gd name="csX0" fmla="*/ 47660 w 3085643"/>
              <a:gd name="csY0" fmla="*/ 4258649 h 4429567"/>
              <a:gd name="csX1" fmla="*/ 2395 w 3085643"/>
              <a:gd name="csY1" fmla="*/ 4095686 h 4429567"/>
              <a:gd name="csX2" fmla="*/ 47660 w 3085643"/>
              <a:gd name="csY2" fmla="*/ 311338 h 4429567"/>
              <a:gd name="csX3" fmla="*/ 382640 w 3085643"/>
              <a:gd name="csY3" fmla="*/ 211750 h 4429567"/>
              <a:gd name="csX4" fmla="*/ 2908555 w 3085643"/>
              <a:gd name="csY4" fmla="*/ 202696 h 4429567"/>
              <a:gd name="csX5" fmla="*/ 3044360 w 3085643"/>
              <a:gd name="csY5" fmla="*/ 329446 h 4429567"/>
              <a:gd name="csX6" fmla="*/ 2935716 w 3085643"/>
              <a:gd name="csY6" fmla="*/ 1542609 h 4429567"/>
              <a:gd name="csX7" fmla="*/ 2908558 w 3085643"/>
              <a:gd name="csY7" fmla="*/ 1587878 h 4429567"/>
              <a:gd name="csX8" fmla="*/ 572762 w 3085643"/>
              <a:gd name="csY8" fmla="*/ 1542609 h 4429567"/>
              <a:gd name="csX9" fmla="*/ 310212 w 3085643"/>
              <a:gd name="csY9" fmla="*/ 1759894 h 4429567"/>
              <a:gd name="csX10" fmla="*/ 346424 w 3085643"/>
              <a:gd name="csY10" fmla="*/ 4059472 h 4429567"/>
              <a:gd name="csX11" fmla="*/ 328319 w 3085643"/>
              <a:gd name="csY11" fmla="*/ 4258649 h 4429567"/>
              <a:gd name="csX12" fmla="*/ 47660 w 3085643"/>
              <a:gd name="csY12" fmla="*/ 4258649 h 4429567"/>
              <a:gd name="csX0" fmla="*/ 47660 w 3187527"/>
              <a:gd name="csY0" fmla="*/ 4258649 h 4429567"/>
              <a:gd name="csX1" fmla="*/ 2395 w 3187527"/>
              <a:gd name="csY1" fmla="*/ 4095686 h 4429567"/>
              <a:gd name="csX2" fmla="*/ 47660 w 3187527"/>
              <a:gd name="csY2" fmla="*/ 311338 h 4429567"/>
              <a:gd name="csX3" fmla="*/ 382640 w 3187527"/>
              <a:gd name="csY3" fmla="*/ 211750 h 4429567"/>
              <a:gd name="csX4" fmla="*/ 2908555 w 3187527"/>
              <a:gd name="csY4" fmla="*/ 202696 h 4429567"/>
              <a:gd name="csX5" fmla="*/ 3044360 w 3187527"/>
              <a:gd name="csY5" fmla="*/ 329446 h 4429567"/>
              <a:gd name="csX6" fmla="*/ 2935716 w 3187527"/>
              <a:gd name="csY6" fmla="*/ 1542609 h 4429567"/>
              <a:gd name="csX7" fmla="*/ 3035307 w 3187527"/>
              <a:gd name="csY7" fmla="*/ 1560718 h 4429567"/>
              <a:gd name="csX8" fmla="*/ 572762 w 3187527"/>
              <a:gd name="csY8" fmla="*/ 1542609 h 4429567"/>
              <a:gd name="csX9" fmla="*/ 310212 w 3187527"/>
              <a:gd name="csY9" fmla="*/ 1759894 h 4429567"/>
              <a:gd name="csX10" fmla="*/ 346424 w 3187527"/>
              <a:gd name="csY10" fmla="*/ 4059472 h 4429567"/>
              <a:gd name="csX11" fmla="*/ 328319 w 3187527"/>
              <a:gd name="csY11" fmla="*/ 4258649 h 4429567"/>
              <a:gd name="csX12" fmla="*/ 47660 w 3187527"/>
              <a:gd name="csY12" fmla="*/ 4258649 h 4429567"/>
              <a:gd name="csX0" fmla="*/ 47660 w 3099699"/>
              <a:gd name="csY0" fmla="*/ 4258649 h 4429567"/>
              <a:gd name="csX1" fmla="*/ 2395 w 3099699"/>
              <a:gd name="csY1" fmla="*/ 4095686 h 4429567"/>
              <a:gd name="csX2" fmla="*/ 47660 w 3099699"/>
              <a:gd name="csY2" fmla="*/ 311338 h 4429567"/>
              <a:gd name="csX3" fmla="*/ 382640 w 3099699"/>
              <a:gd name="csY3" fmla="*/ 211750 h 4429567"/>
              <a:gd name="csX4" fmla="*/ 2908555 w 3099699"/>
              <a:gd name="csY4" fmla="*/ 202696 h 4429567"/>
              <a:gd name="csX5" fmla="*/ 3044360 w 3099699"/>
              <a:gd name="csY5" fmla="*/ 329446 h 4429567"/>
              <a:gd name="csX6" fmla="*/ 2935716 w 3099699"/>
              <a:gd name="csY6" fmla="*/ 1542609 h 4429567"/>
              <a:gd name="csX7" fmla="*/ 2926666 w 3099699"/>
              <a:gd name="csY7" fmla="*/ 1615039 h 4429567"/>
              <a:gd name="csX8" fmla="*/ 572762 w 3099699"/>
              <a:gd name="csY8" fmla="*/ 1542609 h 4429567"/>
              <a:gd name="csX9" fmla="*/ 310212 w 3099699"/>
              <a:gd name="csY9" fmla="*/ 1759894 h 4429567"/>
              <a:gd name="csX10" fmla="*/ 346424 w 3099699"/>
              <a:gd name="csY10" fmla="*/ 4059472 h 4429567"/>
              <a:gd name="csX11" fmla="*/ 328319 w 3099699"/>
              <a:gd name="csY11" fmla="*/ 4258649 h 4429567"/>
              <a:gd name="csX12" fmla="*/ 47660 w 3099699"/>
              <a:gd name="csY12" fmla="*/ 4258649 h 4429567"/>
              <a:gd name="csX0" fmla="*/ 47660 w 3139317"/>
              <a:gd name="csY0" fmla="*/ 4258649 h 4429567"/>
              <a:gd name="csX1" fmla="*/ 2395 w 3139317"/>
              <a:gd name="csY1" fmla="*/ 4095686 h 4429567"/>
              <a:gd name="csX2" fmla="*/ 47660 w 3139317"/>
              <a:gd name="csY2" fmla="*/ 311338 h 4429567"/>
              <a:gd name="csX3" fmla="*/ 382640 w 3139317"/>
              <a:gd name="csY3" fmla="*/ 211750 h 4429567"/>
              <a:gd name="csX4" fmla="*/ 2908555 w 3139317"/>
              <a:gd name="csY4" fmla="*/ 202696 h 4429567"/>
              <a:gd name="csX5" fmla="*/ 3044360 w 3139317"/>
              <a:gd name="csY5" fmla="*/ 329446 h 4429567"/>
              <a:gd name="csX6" fmla="*/ 3062464 w 3139317"/>
              <a:gd name="csY6" fmla="*/ 1524502 h 4429567"/>
              <a:gd name="csX7" fmla="*/ 2926666 w 3139317"/>
              <a:gd name="csY7" fmla="*/ 1615039 h 4429567"/>
              <a:gd name="csX8" fmla="*/ 572762 w 3139317"/>
              <a:gd name="csY8" fmla="*/ 1542609 h 4429567"/>
              <a:gd name="csX9" fmla="*/ 310212 w 3139317"/>
              <a:gd name="csY9" fmla="*/ 1759894 h 4429567"/>
              <a:gd name="csX10" fmla="*/ 346424 w 3139317"/>
              <a:gd name="csY10" fmla="*/ 4059472 h 4429567"/>
              <a:gd name="csX11" fmla="*/ 328319 w 3139317"/>
              <a:gd name="csY11" fmla="*/ 4258649 h 4429567"/>
              <a:gd name="csX12" fmla="*/ 47660 w 3139317"/>
              <a:gd name="csY12" fmla="*/ 4258649 h 4429567"/>
              <a:gd name="csX0" fmla="*/ 47660 w 3144985"/>
              <a:gd name="csY0" fmla="*/ 4258649 h 4429567"/>
              <a:gd name="csX1" fmla="*/ 2395 w 3144985"/>
              <a:gd name="csY1" fmla="*/ 4095686 h 4429567"/>
              <a:gd name="csX2" fmla="*/ 47660 w 3144985"/>
              <a:gd name="csY2" fmla="*/ 311338 h 4429567"/>
              <a:gd name="csX3" fmla="*/ 382640 w 3144985"/>
              <a:gd name="csY3" fmla="*/ 211750 h 4429567"/>
              <a:gd name="csX4" fmla="*/ 2908555 w 3144985"/>
              <a:gd name="csY4" fmla="*/ 202696 h 4429567"/>
              <a:gd name="csX5" fmla="*/ 3044360 w 3144985"/>
              <a:gd name="csY5" fmla="*/ 329446 h 4429567"/>
              <a:gd name="csX6" fmla="*/ 3062464 w 3144985"/>
              <a:gd name="csY6" fmla="*/ 1524502 h 4429567"/>
              <a:gd name="csX7" fmla="*/ 2926666 w 3144985"/>
              <a:gd name="csY7" fmla="*/ 1615039 h 4429567"/>
              <a:gd name="csX8" fmla="*/ 572762 w 3144985"/>
              <a:gd name="csY8" fmla="*/ 1542609 h 4429567"/>
              <a:gd name="csX9" fmla="*/ 310212 w 3144985"/>
              <a:gd name="csY9" fmla="*/ 1759894 h 4429567"/>
              <a:gd name="csX10" fmla="*/ 346424 w 3144985"/>
              <a:gd name="csY10" fmla="*/ 4059472 h 4429567"/>
              <a:gd name="csX11" fmla="*/ 328319 w 3144985"/>
              <a:gd name="csY11" fmla="*/ 4258649 h 4429567"/>
              <a:gd name="csX12" fmla="*/ 47660 w 3144985"/>
              <a:gd name="csY12" fmla="*/ 4258649 h 4429567"/>
              <a:gd name="csX0" fmla="*/ 47660 w 3083569"/>
              <a:gd name="csY0" fmla="*/ 4258649 h 4429567"/>
              <a:gd name="csX1" fmla="*/ 2395 w 3083569"/>
              <a:gd name="csY1" fmla="*/ 4095686 h 4429567"/>
              <a:gd name="csX2" fmla="*/ 47660 w 3083569"/>
              <a:gd name="csY2" fmla="*/ 311338 h 4429567"/>
              <a:gd name="csX3" fmla="*/ 382640 w 3083569"/>
              <a:gd name="csY3" fmla="*/ 211750 h 4429567"/>
              <a:gd name="csX4" fmla="*/ 2908555 w 3083569"/>
              <a:gd name="csY4" fmla="*/ 202696 h 4429567"/>
              <a:gd name="csX5" fmla="*/ 3044360 w 3083569"/>
              <a:gd name="csY5" fmla="*/ 329446 h 4429567"/>
              <a:gd name="csX6" fmla="*/ 3062464 w 3083569"/>
              <a:gd name="csY6" fmla="*/ 1524502 h 4429567"/>
              <a:gd name="csX7" fmla="*/ 2709383 w 3083569"/>
              <a:gd name="csY7" fmla="*/ 1578825 h 4429567"/>
              <a:gd name="csX8" fmla="*/ 572762 w 3083569"/>
              <a:gd name="csY8" fmla="*/ 1542609 h 4429567"/>
              <a:gd name="csX9" fmla="*/ 310212 w 3083569"/>
              <a:gd name="csY9" fmla="*/ 1759894 h 4429567"/>
              <a:gd name="csX10" fmla="*/ 346424 w 3083569"/>
              <a:gd name="csY10" fmla="*/ 4059472 h 4429567"/>
              <a:gd name="csX11" fmla="*/ 328319 w 3083569"/>
              <a:gd name="csY11" fmla="*/ 4258649 h 4429567"/>
              <a:gd name="csX12" fmla="*/ 47660 w 3083569"/>
              <a:gd name="csY12" fmla="*/ 4258649 h 4429567"/>
              <a:gd name="csX0" fmla="*/ 47660 w 3083569"/>
              <a:gd name="csY0" fmla="*/ 4258649 h 4429567"/>
              <a:gd name="csX1" fmla="*/ 2395 w 3083569"/>
              <a:gd name="csY1" fmla="*/ 4095686 h 4429567"/>
              <a:gd name="csX2" fmla="*/ 47660 w 3083569"/>
              <a:gd name="csY2" fmla="*/ 311338 h 4429567"/>
              <a:gd name="csX3" fmla="*/ 382640 w 3083569"/>
              <a:gd name="csY3" fmla="*/ 211750 h 4429567"/>
              <a:gd name="csX4" fmla="*/ 2908555 w 3083569"/>
              <a:gd name="csY4" fmla="*/ 202696 h 4429567"/>
              <a:gd name="csX5" fmla="*/ 3044360 w 3083569"/>
              <a:gd name="csY5" fmla="*/ 329446 h 4429567"/>
              <a:gd name="csX6" fmla="*/ 3062464 w 3083569"/>
              <a:gd name="csY6" fmla="*/ 1524502 h 4429567"/>
              <a:gd name="csX7" fmla="*/ 2709383 w 3083569"/>
              <a:gd name="csY7" fmla="*/ 1578825 h 4429567"/>
              <a:gd name="csX8" fmla="*/ 572762 w 3083569"/>
              <a:gd name="csY8" fmla="*/ 1542609 h 4429567"/>
              <a:gd name="csX9" fmla="*/ 310212 w 3083569"/>
              <a:gd name="csY9" fmla="*/ 1759894 h 4429567"/>
              <a:gd name="csX10" fmla="*/ 346424 w 3083569"/>
              <a:gd name="csY10" fmla="*/ 4059472 h 4429567"/>
              <a:gd name="csX11" fmla="*/ 328319 w 3083569"/>
              <a:gd name="csY11" fmla="*/ 4258649 h 4429567"/>
              <a:gd name="csX12" fmla="*/ 47660 w 3083569"/>
              <a:gd name="csY12" fmla="*/ 4258649 h 4429567"/>
              <a:gd name="csX0" fmla="*/ 47660 w 3106605"/>
              <a:gd name="csY0" fmla="*/ 4258649 h 4429567"/>
              <a:gd name="csX1" fmla="*/ 2395 w 3106605"/>
              <a:gd name="csY1" fmla="*/ 4095686 h 4429567"/>
              <a:gd name="csX2" fmla="*/ 47660 w 3106605"/>
              <a:gd name="csY2" fmla="*/ 311338 h 4429567"/>
              <a:gd name="csX3" fmla="*/ 382640 w 3106605"/>
              <a:gd name="csY3" fmla="*/ 211750 h 4429567"/>
              <a:gd name="csX4" fmla="*/ 2908555 w 3106605"/>
              <a:gd name="csY4" fmla="*/ 202696 h 4429567"/>
              <a:gd name="csX5" fmla="*/ 3044360 w 3106605"/>
              <a:gd name="csY5" fmla="*/ 329446 h 4429567"/>
              <a:gd name="csX6" fmla="*/ 3089624 w 3106605"/>
              <a:gd name="csY6" fmla="*/ 1397753 h 4429567"/>
              <a:gd name="csX7" fmla="*/ 2709383 w 3106605"/>
              <a:gd name="csY7" fmla="*/ 1578825 h 4429567"/>
              <a:gd name="csX8" fmla="*/ 572762 w 3106605"/>
              <a:gd name="csY8" fmla="*/ 1542609 h 4429567"/>
              <a:gd name="csX9" fmla="*/ 310212 w 3106605"/>
              <a:gd name="csY9" fmla="*/ 1759894 h 4429567"/>
              <a:gd name="csX10" fmla="*/ 346424 w 3106605"/>
              <a:gd name="csY10" fmla="*/ 4059472 h 4429567"/>
              <a:gd name="csX11" fmla="*/ 328319 w 3106605"/>
              <a:gd name="csY11" fmla="*/ 4258649 h 4429567"/>
              <a:gd name="csX12" fmla="*/ 47660 w 3106605"/>
              <a:gd name="csY12" fmla="*/ 4258649 h 4429567"/>
              <a:gd name="csX0" fmla="*/ 47660 w 3090985"/>
              <a:gd name="csY0" fmla="*/ 4258649 h 4429567"/>
              <a:gd name="csX1" fmla="*/ 2395 w 3090985"/>
              <a:gd name="csY1" fmla="*/ 4095686 h 4429567"/>
              <a:gd name="csX2" fmla="*/ 47660 w 3090985"/>
              <a:gd name="csY2" fmla="*/ 311338 h 4429567"/>
              <a:gd name="csX3" fmla="*/ 382640 w 3090985"/>
              <a:gd name="csY3" fmla="*/ 211750 h 4429567"/>
              <a:gd name="csX4" fmla="*/ 2908555 w 3090985"/>
              <a:gd name="csY4" fmla="*/ 202696 h 4429567"/>
              <a:gd name="csX5" fmla="*/ 3044360 w 3090985"/>
              <a:gd name="csY5" fmla="*/ 329446 h 4429567"/>
              <a:gd name="csX6" fmla="*/ 3089624 w 3090985"/>
              <a:gd name="csY6" fmla="*/ 1397753 h 4429567"/>
              <a:gd name="csX7" fmla="*/ 2709383 w 3090985"/>
              <a:gd name="csY7" fmla="*/ 1578825 h 4429567"/>
              <a:gd name="csX8" fmla="*/ 572762 w 3090985"/>
              <a:gd name="csY8" fmla="*/ 1542609 h 4429567"/>
              <a:gd name="csX9" fmla="*/ 310212 w 3090985"/>
              <a:gd name="csY9" fmla="*/ 1759894 h 4429567"/>
              <a:gd name="csX10" fmla="*/ 346424 w 3090985"/>
              <a:gd name="csY10" fmla="*/ 4059472 h 4429567"/>
              <a:gd name="csX11" fmla="*/ 328319 w 3090985"/>
              <a:gd name="csY11" fmla="*/ 4258649 h 4429567"/>
              <a:gd name="csX12" fmla="*/ 47660 w 3090985"/>
              <a:gd name="csY12" fmla="*/ 4258649 h 4429567"/>
              <a:gd name="csX0" fmla="*/ 47660 w 3156177"/>
              <a:gd name="csY0" fmla="*/ 4258649 h 4429567"/>
              <a:gd name="csX1" fmla="*/ 2395 w 3156177"/>
              <a:gd name="csY1" fmla="*/ 4095686 h 4429567"/>
              <a:gd name="csX2" fmla="*/ 47660 w 3156177"/>
              <a:gd name="csY2" fmla="*/ 311338 h 4429567"/>
              <a:gd name="csX3" fmla="*/ 382640 w 3156177"/>
              <a:gd name="csY3" fmla="*/ 211750 h 4429567"/>
              <a:gd name="csX4" fmla="*/ 2908555 w 3156177"/>
              <a:gd name="csY4" fmla="*/ 202696 h 4429567"/>
              <a:gd name="csX5" fmla="*/ 3062467 w 3156177"/>
              <a:gd name="csY5" fmla="*/ 374713 h 4429567"/>
              <a:gd name="csX6" fmla="*/ 3089624 w 3156177"/>
              <a:gd name="csY6" fmla="*/ 1397753 h 4429567"/>
              <a:gd name="csX7" fmla="*/ 2709383 w 3156177"/>
              <a:gd name="csY7" fmla="*/ 1578825 h 4429567"/>
              <a:gd name="csX8" fmla="*/ 572762 w 3156177"/>
              <a:gd name="csY8" fmla="*/ 1542609 h 4429567"/>
              <a:gd name="csX9" fmla="*/ 310212 w 3156177"/>
              <a:gd name="csY9" fmla="*/ 1759894 h 4429567"/>
              <a:gd name="csX10" fmla="*/ 346424 w 3156177"/>
              <a:gd name="csY10" fmla="*/ 4059472 h 4429567"/>
              <a:gd name="csX11" fmla="*/ 328319 w 3156177"/>
              <a:gd name="csY11" fmla="*/ 4258649 h 4429567"/>
              <a:gd name="csX12" fmla="*/ 47660 w 3156177"/>
              <a:gd name="csY12" fmla="*/ 4258649 h 4429567"/>
              <a:gd name="csX0" fmla="*/ 47660 w 3159075"/>
              <a:gd name="csY0" fmla="*/ 4258649 h 4429567"/>
              <a:gd name="csX1" fmla="*/ 2395 w 3159075"/>
              <a:gd name="csY1" fmla="*/ 4095686 h 4429567"/>
              <a:gd name="csX2" fmla="*/ 47660 w 3159075"/>
              <a:gd name="csY2" fmla="*/ 311338 h 4429567"/>
              <a:gd name="csX3" fmla="*/ 382640 w 3159075"/>
              <a:gd name="csY3" fmla="*/ 211750 h 4429567"/>
              <a:gd name="csX4" fmla="*/ 2908555 w 3159075"/>
              <a:gd name="csY4" fmla="*/ 202696 h 4429567"/>
              <a:gd name="csX5" fmla="*/ 3062467 w 3159075"/>
              <a:gd name="csY5" fmla="*/ 374713 h 4429567"/>
              <a:gd name="csX6" fmla="*/ 3089624 w 3159075"/>
              <a:gd name="csY6" fmla="*/ 1397753 h 4429567"/>
              <a:gd name="csX7" fmla="*/ 2709383 w 3159075"/>
              <a:gd name="csY7" fmla="*/ 1578825 h 4429567"/>
              <a:gd name="csX8" fmla="*/ 572762 w 3159075"/>
              <a:gd name="csY8" fmla="*/ 1542609 h 4429567"/>
              <a:gd name="csX9" fmla="*/ 310212 w 3159075"/>
              <a:gd name="csY9" fmla="*/ 1759894 h 4429567"/>
              <a:gd name="csX10" fmla="*/ 346424 w 3159075"/>
              <a:gd name="csY10" fmla="*/ 4059472 h 4429567"/>
              <a:gd name="csX11" fmla="*/ 328319 w 3159075"/>
              <a:gd name="csY11" fmla="*/ 4258649 h 4429567"/>
              <a:gd name="csX12" fmla="*/ 47660 w 3159075"/>
              <a:gd name="csY12" fmla="*/ 4258649 h 4429567"/>
              <a:gd name="csX0" fmla="*/ 47660 w 3110434"/>
              <a:gd name="csY0" fmla="*/ 4258649 h 4429567"/>
              <a:gd name="csX1" fmla="*/ 2395 w 3110434"/>
              <a:gd name="csY1" fmla="*/ 4095686 h 4429567"/>
              <a:gd name="csX2" fmla="*/ 47660 w 3110434"/>
              <a:gd name="csY2" fmla="*/ 311338 h 4429567"/>
              <a:gd name="csX3" fmla="*/ 382640 w 3110434"/>
              <a:gd name="csY3" fmla="*/ 211750 h 4429567"/>
              <a:gd name="csX4" fmla="*/ 2908555 w 3110434"/>
              <a:gd name="csY4" fmla="*/ 202696 h 4429567"/>
              <a:gd name="csX5" fmla="*/ 3062467 w 3110434"/>
              <a:gd name="csY5" fmla="*/ 374713 h 4429567"/>
              <a:gd name="csX6" fmla="*/ 3089624 w 3110434"/>
              <a:gd name="csY6" fmla="*/ 1397753 h 4429567"/>
              <a:gd name="csX7" fmla="*/ 2709383 w 3110434"/>
              <a:gd name="csY7" fmla="*/ 1578825 h 4429567"/>
              <a:gd name="csX8" fmla="*/ 572762 w 3110434"/>
              <a:gd name="csY8" fmla="*/ 1542609 h 4429567"/>
              <a:gd name="csX9" fmla="*/ 310212 w 3110434"/>
              <a:gd name="csY9" fmla="*/ 1759894 h 4429567"/>
              <a:gd name="csX10" fmla="*/ 346424 w 3110434"/>
              <a:gd name="csY10" fmla="*/ 4059472 h 4429567"/>
              <a:gd name="csX11" fmla="*/ 328319 w 3110434"/>
              <a:gd name="csY11" fmla="*/ 4258649 h 4429567"/>
              <a:gd name="csX12" fmla="*/ 47660 w 3110434"/>
              <a:gd name="csY12" fmla="*/ 4258649 h 4429567"/>
              <a:gd name="csX0" fmla="*/ 47660 w 3172388"/>
              <a:gd name="csY0" fmla="*/ 4258649 h 4429567"/>
              <a:gd name="csX1" fmla="*/ 2395 w 3172388"/>
              <a:gd name="csY1" fmla="*/ 4095686 h 4429567"/>
              <a:gd name="csX2" fmla="*/ 47660 w 3172388"/>
              <a:gd name="csY2" fmla="*/ 311338 h 4429567"/>
              <a:gd name="csX3" fmla="*/ 382640 w 3172388"/>
              <a:gd name="csY3" fmla="*/ 211750 h 4429567"/>
              <a:gd name="csX4" fmla="*/ 2908555 w 3172388"/>
              <a:gd name="csY4" fmla="*/ 202696 h 4429567"/>
              <a:gd name="csX5" fmla="*/ 3089627 w 3172388"/>
              <a:gd name="csY5" fmla="*/ 465248 h 4429567"/>
              <a:gd name="csX6" fmla="*/ 3089624 w 3172388"/>
              <a:gd name="csY6" fmla="*/ 1397753 h 4429567"/>
              <a:gd name="csX7" fmla="*/ 2709383 w 3172388"/>
              <a:gd name="csY7" fmla="*/ 1578825 h 4429567"/>
              <a:gd name="csX8" fmla="*/ 572762 w 3172388"/>
              <a:gd name="csY8" fmla="*/ 1542609 h 4429567"/>
              <a:gd name="csX9" fmla="*/ 310212 w 3172388"/>
              <a:gd name="csY9" fmla="*/ 1759894 h 4429567"/>
              <a:gd name="csX10" fmla="*/ 346424 w 3172388"/>
              <a:gd name="csY10" fmla="*/ 4059472 h 4429567"/>
              <a:gd name="csX11" fmla="*/ 328319 w 3172388"/>
              <a:gd name="csY11" fmla="*/ 4258649 h 4429567"/>
              <a:gd name="csX12" fmla="*/ 47660 w 3172388"/>
              <a:gd name="csY12" fmla="*/ 4258649 h 4429567"/>
              <a:gd name="csX0" fmla="*/ 47660 w 3118129"/>
              <a:gd name="csY0" fmla="*/ 4258265 h 4429183"/>
              <a:gd name="csX1" fmla="*/ 2395 w 3118129"/>
              <a:gd name="csY1" fmla="*/ 4095302 h 4429183"/>
              <a:gd name="csX2" fmla="*/ 47660 w 3118129"/>
              <a:gd name="csY2" fmla="*/ 310954 h 4429183"/>
              <a:gd name="csX3" fmla="*/ 382640 w 3118129"/>
              <a:gd name="csY3" fmla="*/ 211366 h 4429183"/>
              <a:gd name="csX4" fmla="*/ 2709379 w 3118129"/>
              <a:gd name="csY4" fmla="*/ 193258 h 4429183"/>
              <a:gd name="csX5" fmla="*/ 3089627 w 3118129"/>
              <a:gd name="csY5" fmla="*/ 464864 h 4429183"/>
              <a:gd name="csX6" fmla="*/ 3089624 w 3118129"/>
              <a:gd name="csY6" fmla="*/ 1397369 h 4429183"/>
              <a:gd name="csX7" fmla="*/ 2709383 w 3118129"/>
              <a:gd name="csY7" fmla="*/ 1578441 h 4429183"/>
              <a:gd name="csX8" fmla="*/ 572762 w 3118129"/>
              <a:gd name="csY8" fmla="*/ 1542225 h 4429183"/>
              <a:gd name="csX9" fmla="*/ 310212 w 3118129"/>
              <a:gd name="csY9" fmla="*/ 1759510 h 4429183"/>
              <a:gd name="csX10" fmla="*/ 346424 w 3118129"/>
              <a:gd name="csY10" fmla="*/ 4059088 h 4429183"/>
              <a:gd name="csX11" fmla="*/ 328319 w 3118129"/>
              <a:gd name="csY11" fmla="*/ 4258265 h 4429183"/>
              <a:gd name="csX12" fmla="*/ 47660 w 3118129"/>
              <a:gd name="csY12" fmla="*/ 4258265 h 4429183"/>
              <a:gd name="csX0" fmla="*/ 47660 w 3118129"/>
              <a:gd name="csY0" fmla="*/ 4258265 h 4429183"/>
              <a:gd name="csX1" fmla="*/ 2395 w 3118129"/>
              <a:gd name="csY1" fmla="*/ 4095302 h 4429183"/>
              <a:gd name="csX2" fmla="*/ 47660 w 3118129"/>
              <a:gd name="csY2" fmla="*/ 310954 h 4429183"/>
              <a:gd name="csX3" fmla="*/ 382640 w 3118129"/>
              <a:gd name="csY3" fmla="*/ 211366 h 4429183"/>
              <a:gd name="csX4" fmla="*/ 2709379 w 3118129"/>
              <a:gd name="csY4" fmla="*/ 193258 h 4429183"/>
              <a:gd name="csX5" fmla="*/ 3089627 w 3118129"/>
              <a:gd name="csY5" fmla="*/ 464864 h 4429183"/>
              <a:gd name="csX6" fmla="*/ 3089624 w 3118129"/>
              <a:gd name="csY6" fmla="*/ 1397369 h 4429183"/>
              <a:gd name="csX7" fmla="*/ 2709383 w 3118129"/>
              <a:gd name="csY7" fmla="*/ 1578441 h 4429183"/>
              <a:gd name="csX8" fmla="*/ 572762 w 3118129"/>
              <a:gd name="csY8" fmla="*/ 1542225 h 4429183"/>
              <a:gd name="csX9" fmla="*/ 310212 w 3118129"/>
              <a:gd name="csY9" fmla="*/ 1759510 h 4429183"/>
              <a:gd name="csX10" fmla="*/ 346424 w 3118129"/>
              <a:gd name="csY10" fmla="*/ 4059088 h 4429183"/>
              <a:gd name="csX11" fmla="*/ 328319 w 3118129"/>
              <a:gd name="csY11" fmla="*/ 4258265 h 4429183"/>
              <a:gd name="csX12" fmla="*/ 47660 w 3118129"/>
              <a:gd name="csY12" fmla="*/ 4258265 h 4429183"/>
              <a:gd name="csX0" fmla="*/ 53819 w 3124288"/>
              <a:gd name="csY0" fmla="*/ 4261697 h 4432615"/>
              <a:gd name="csX1" fmla="*/ 8554 w 3124288"/>
              <a:gd name="csY1" fmla="*/ 4098734 h 4432615"/>
              <a:gd name="csX2" fmla="*/ 53819 w 3124288"/>
              <a:gd name="csY2" fmla="*/ 314386 h 4432615"/>
              <a:gd name="csX3" fmla="*/ 506494 w 3124288"/>
              <a:gd name="csY3" fmla="*/ 205745 h 4432615"/>
              <a:gd name="csX4" fmla="*/ 2715538 w 3124288"/>
              <a:gd name="csY4" fmla="*/ 196690 h 4432615"/>
              <a:gd name="csX5" fmla="*/ 3095786 w 3124288"/>
              <a:gd name="csY5" fmla="*/ 468296 h 4432615"/>
              <a:gd name="csX6" fmla="*/ 3095783 w 3124288"/>
              <a:gd name="csY6" fmla="*/ 1400801 h 4432615"/>
              <a:gd name="csX7" fmla="*/ 2715542 w 3124288"/>
              <a:gd name="csY7" fmla="*/ 1581873 h 4432615"/>
              <a:gd name="csX8" fmla="*/ 578921 w 3124288"/>
              <a:gd name="csY8" fmla="*/ 1545657 h 4432615"/>
              <a:gd name="csX9" fmla="*/ 316371 w 3124288"/>
              <a:gd name="csY9" fmla="*/ 1762942 h 4432615"/>
              <a:gd name="csX10" fmla="*/ 352583 w 3124288"/>
              <a:gd name="csY10" fmla="*/ 4062520 h 4432615"/>
              <a:gd name="csX11" fmla="*/ 334478 w 3124288"/>
              <a:gd name="csY11" fmla="*/ 4261697 h 4432615"/>
              <a:gd name="csX12" fmla="*/ 53819 w 3124288"/>
              <a:gd name="csY12" fmla="*/ 4261697 h 4432615"/>
              <a:gd name="csX0" fmla="*/ 53819 w 3124288"/>
              <a:gd name="csY0" fmla="*/ 4261697 h 4432615"/>
              <a:gd name="csX1" fmla="*/ 8554 w 3124288"/>
              <a:gd name="csY1" fmla="*/ 4098734 h 4432615"/>
              <a:gd name="csX2" fmla="*/ 53819 w 3124288"/>
              <a:gd name="csY2" fmla="*/ 314386 h 4432615"/>
              <a:gd name="csX3" fmla="*/ 506494 w 3124288"/>
              <a:gd name="csY3" fmla="*/ 205745 h 4432615"/>
              <a:gd name="csX4" fmla="*/ 2715538 w 3124288"/>
              <a:gd name="csY4" fmla="*/ 196690 h 4432615"/>
              <a:gd name="csX5" fmla="*/ 3095786 w 3124288"/>
              <a:gd name="csY5" fmla="*/ 468296 h 4432615"/>
              <a:gd name="csX6" fmla="*/ 3095783 w 3124288"/>
              <a:gd name="csY6" fmla="*/ 1400801 h 4432615"/>
              <a:gd name="csX7" fmla="*/ 2715542 w 3124288"/>
              <a:gd name="csY7" fmla="*/ 1581873 h 4432615"/>
              <a:gd name="csX8" fmla="*/ 578921 w 3124288"/>
              <a:gd name="csY8" fmla="*/ 1545657 h 4432615"/>
              <a:gd name="csX9" fmla="*/ 316371 w 3124288"/>
              <a:gd name="csY9" fmla="*/ 1762942 h 4432615"/>
              <a:gd name="csX10" fmla="*/ 352583 w 3124288"/>
              <a:gd name="csY10" fmla="*/ 4062520 h 4432615"/>
              <a:gd name="csX11" fmla="*/ 334478 w 3124288"/>
              <a:gd name="csY11" fmla="*/ 4261697 h 4432615"/>
              <a:gd name="csX12" fmla="*/ 53819 w 3124288"/>
              <a:gd name="csY12" fmla="*/ 4261697 h 4432615"/>
              <a:gd name="csX0" fmla="*/ 69404 w 3139873"/>
              <a:gd name="csY0" fmla="*/ 4248474 h 4419392"/>
              <a:gd name="csX1" fmla="*/ 24139 w 3139873"/>
              <a:gd name="csY1" fmla="*/ 4085511 h 4419392"/>
              <a:gd name="csX2" fmla="*/ 42243 w 3139873"/>
              <a:gd name="csY2" fmla="*/ 319270 h 4419392"/>
              <a:gd name="csX3" fmla="*/ 522079 w 3139873"/>
              <a:gd name="csY3" fmla="*/ 192522 h 4419392"/>
              <a:gd name="csX4" fmla="*/ 2731123 w 3139873"/>
              <a:gd name="csY4" fmla="*/ 183467 h 4419392"/>
              <a:gd name="csX5" fmla="*/ 3111371 w 3139873"/>
              <a:gd name="csY5" fmla="*/ 455073 h 4419392"/>
              <a:gd name="csX6" fmla="*/ 3111368 w 3139873"/>
              <a:gd name="csY6" fmla="*/ 1387578 h 4419392"/>
              <a:gd name="csX7" fmla="*/ 2731127 w 3139873"/>
              <a:gd name="csY7" fmla="*/ 1568650 h 4419392"/>
              <a:gd name="csX8" fmla="*/ 594506 w 3139873"/>
              <a:gd name="csY8" fmla="*/ 1532434 h 4419392"/>
              <a:gd name="csX9" fmla="*/ 331956 w 3139873"/>
              <a:gd name="csY9" fmla="*/ 1749719 h 4419392"/>
              <a:gd name="csX10" fmla="*/ 368168 w 3139873"/>
              <a:gd name="csY10" fmla="*/ 4049297 h 4419392"/>
              <a:gd name="csX11" fmla="*/ 350063 w 3139873"/>
              <a:gd name="csY11" fmla="*/ 4248474 h 4419392"/>
              <a:gd name="csX12" fmla="*/ 69404 w 3139873"/>
              <a:gd name="csY12" fmla="*/ 4248474 h 4419392"/>
              <a:gd name="csX0" fmla="*/ 45832 w 3116301"/>
              <a:gd name="csY0" fmla="*/ 4087341 h 4258259"/>
              <a:gd name="csX1" fmla="*/ 567 w 3116301"/>
              <a:gd name="csY1" fmla="*/ 3924378 h 4258259"/>
              <a:gd name="csX2" fmla="*/ 18671 w 3116301"/>
              <a:gd name="csY2" fmla="*/ 158137 h 4258259"/>
              <a:gd name="csX3" fmla="*/ 498507 w 3116301"/>
              <a:gd name="csY3" fmla="*/ 31389 h 4258259"/>
              <a:gd name="csX4" fmla="*/ 2707551 w 3116301"/>
              <a:gd name="csY4" fmla="*/ 22334 h 4258259"/>
              <a:gd name="csX5" fmla="*/ 3087799 w 3116301"/>
              <a:gd name="csY5" fmla="*/ 293940 h 4258259"/>
              <a:gd name="csX6" fmla="*/ 3087796 w 3116301"/>
              <a:gd name="csY6" fmla="*/ 1226445 h 4258259"/>
              <a:gd name="csX7" fmla="*/ 2707555 w 3116301"/>
              <a:gd name="csY7" fmla="*/ 1407517 h 4258259"/>
              <a:gd name="csX8" fmla="*/ 570934 w 3116301"/>
              <a:gd name="csY8" fmla="*/ 1371301 h 4258259"/>
              <a:gd name="csX9" fmla="*/ 308384 w 3116301"/>
              <a:gd name="csY9" fmla="*/ 1588586 h 4258259"/>
              <a:gd name="csX10" fmla="*/ 344596 w 3116301"/>
              <a:gd name="csY10" fmla="*/ 3888164 h 4258259"/>
              <a:gd name="csX11" fmla="*/ 326491 w 3116301"/>
              <a:gd name="csY11" fmla="*/ 4087341 h 4258259"/>
              <a:gd name="csX12" fmla="*/ 45832 w 3116301"/>
              <a:gd name="csY12" fmla="*/ 4087341 h 4258259"/>
              <a:gd name="csX0" fmla="*/ 55923 w 3126392"/>
              <a:gd name="csY0" fmla="*/ 4091691 h 4262609"/>
              <a:gd name="csX1" fmla="*/ 10658 w 3126392"/>
              <a:gd name="csY1" fmla="*/ 3928728 h 4262609"/>
              <a:gd name="csX2" fmla="*/ 1602 w 3126392"/>
              <a:gd name="csY2" fmla="*/ 253021 h 4262609"/>
              <a:gd name="csX3" fmla="*/ 508598 w 3126392"/>
              <a:gd name="csY3" fmla="*/ 35739 h 4262609"/>
              <a:gd name="csX4" fmla="*/ 2717642 w 3126392"/>
              <a:gd name="csY4" fmla="*/ 26684 h 4262609"/>
              <a:gd name="csX5" fmla="*/ 3097890 w 3126392"/>
              <a:gd name="csY5" fmla="*/ 298290 h 4262609"/>
              <a:gd name="csX6" fmla="*/ 3097887 w 3126392"/>
              <a:gd name="csY6" fmla="*/ 1230795 h 4262609"/>
              <a:gd name="csX7" fmla="*/ 2717646 w 3126392"/>
              <a:gd name="csY7" fmla="*/ 1411867 h 4262609"/>
              <a:gd name="csX8" fmla="*/ 581025 w 3126392"/>
              <a:gd name="csY8" fmla="*/ 1375651 h 4262609"/>
              <a:gd name="csX9" fmla="*/ 318475 w 3126392"/>
              <a:gd name="csY9" fmla="*/ 1592936 h 4262609"/>
              <a:gd name="csX10" fmla="*/ 354687 w 3126392"/>
              <a:gd name="csY10" fmla="*/ 3892514 h 4262609"/>
              <a:gd name="csX11" fmla="*/ 336582 w 3126392"/>
              <a:gd name="csY11" fmla="*/ 4091691 h 4262609"/>
              <a:gd name="csX12" fmla="*/ 55923 w 3126392"/>
              <a:gd name="csY12" fmla="*/ 4091691 h 4262609"/>
              <a:gd name="csX0" fmla="*/ 55158 w 3125627"/>
              <a:gd name="csY0" fmla="*/ 4091691 h 4262609"/>
              <a:gd name="csX1" fmla="*/ 9893 w 3125627"/>
              <a:gd name="csY1" fmla="*/ 3928728 h 4262609"/>
              <a:gd name="csX2" fmla="*/ 837 w 3125627"/>
              <a:gd name="csY2" fmla="*/ 253021 h 4262609"/>
              <a:gd name="csX3" fmla="*/ 507833 w 3125627"/>
              <a:gd name="csY3" fmla="*/ 35739 h 4262609"/>
              <a:gd name="csX4" fmla="*/ 2716877 w 3125627"/>
              <a:gd name="csY4" fmla="*/ 26684 h 4262609"/>
              <a:gd name="csX5" fmla="*/ 3097125 w 3125627"/>
              <a:gd name="csY5" fmla="*/ 298290 h 4262609"/>
              <a:gd name="csX6" fmla="*/ 3097122 w 3125627"/>
              <a:gd name="csY6" fmla="*/ 1230795 h 4262609"/>
              <a:gd name="csX7" fmla="*/ 2716881 w 3125627"/>
              <a:gd name="csY7" fmla="*/ 1411867 h 4262609"/>
              <a:gd name="csX8" fmla="*/ 580260 w 3125627"/>
              <a:gd name="csY8" fmla="*/ 1375651 h 4262609"/>
              <a:gd name="csX9" fmla="*/ 317710 w 3125627"/>
              <a:gd name="csY9" fmla="*/ 1592936 h 4262609"/>
              <a:gd name="csX10" fmla="*/ 353922 w 3125627"/>
              <a:gd name="csY10" fmla="*/ 3892514 h 4262609"/>
              <a:gd name="csX11" fmla="*/ 335817 w 3125627"/>
              <a:gd name="csY11" fmla="*/ 4091691 h 4262609"/>
              <a:gd name="csX12" fmla="*/ 55158 w 3125627"/>
              <a:gd name="csY12" fmla="*/ 4091691 h 4262609"/>
              <a:gd name="csX0" fmla="*/ 55158 w 3125627"/>
              <a:gd name="csY0" fmla="*/ 4091691 h 4262609"/>
              <a:gd name="csX1" fmla="*/ 9893 w 3125627"/>
              <a:gd name="csY1" fmla="*/ 3928728 h 4262609"/>
              <a:gd name="csX2" fmla="*/ 837 w 3125627"/>
              <a:gd name="csY2" fmla="*/ 253021 h 4262609"/>
              <a:gd name="csX3" fmla="*/ 507833 w 3125627"/>
              <a:gd name="csY3" fmla="*/ 35739 h 4262609"/>
              <a:gd name="csX4" fmla="*/ 2716877 w 3125627"/>
              <a:gd name="csY4" fmla="*/ 26684 h 4262609"/>
              <a:gd name="csX5" fmla="*/ 3097125 w 3125627"/>
              <a:gd name="csY5" fmla="*/ 298290 h 4262609"/>
              <a:gd name="csX6" fmla="*/ 3097122 w 3125627"/>
              <a:gd name="csY6" fmla="*/ 1230795 h 4262609"/>
              <a:gd name="csX7" fmla="*/ 2716881 w 3125627"/>
              <a:gd name="csY7" fmla="*/ 1411867 h 4262609"/>
              <a:gd name="csX8" fmla="*/ 616474 w 3125627"/>
              <a:gd name="csY8" fmla="*/ 1420918 h 4262609"/>
              <a:gd name="csX9" fmla="*/ 317710 w 3125627"/>
              <a:gd name="csY9" fmla="*/ 1592936 h 4262609"/>
              <a:gd name="csX10" fmla="*/ 353922 w 3125627"/>
              <a:gd name="csY10" fmla="*/ 3892514 h 4262609"/>
              <a:gd name="csX11" fmla="*/ 335817 w 3125627"/>
              <a:gd name="csY11" fmla="*/ 4091691 h 4262609"/>
              <a:gd name="csX12" fmla="*/ 55158 w 3125627"/>
              <a:gd name="csY12" fmla="*/ 4091691 h 4262609"/>
              <a:gd name="csX0" fmla="*/ 55158 w 3125627"/>
              <a:gd name="csY0" fmla="*/ 4091691 h 4262609"/>
              <a:gd name="csX1" fmla="*/ 9893 w 3125627"/>
              <a:gd name="csY1" fmla="*/ 3928728 h 4262609"/>
              <a:gd name="csX2" fmla="*/ 837 w 3125627"/>
              <a:gd name="csY2" fmla="*/ 253021 h 4262609"/>
              <a:gd name="csX3" fmla="*/ 507833 w 3125627"/>
              <a:gd name="csY3" fmla="*/ 35739 h 4262609"/>
              <a:gd name="csX4" fmla="*/ 2716877 w 3125627"/>
              <a:gd name="csY4" fmla="*/ 26684 h 4262609"/>
              <a:gd name="csX5" fmla="*/ 3097125 w 3125627"/>
              <a:gd name="csY5" fmla="*/ 298290 h 4262609"/>
              <a:gd name="csX6" fmla="*/ 3097122 w 3125627"/>
              <a:gd name="csY6" fmla="*/ 1230795 h 4262609"/>
              <a:gd name="csX7" fmla="*/ 2716881 w 3125627"/>
              <a:gd name="csY7" fmla="*/ 1411867 h 4262609"/>
              <a:gd name="csX8" fmla="*/ 616474 w 3125627"/>
              <a:gd name="csY8" fmla="*/ 1420918 h 4262609"/>
              <a:gd name="csX9" fmla="*/ 317710 w 3125627"/>
              <a:gd name="csY9" fmla="*/ 1592936 h 4262609"/>
              <a:gd name="csX10" fmla="*/ 353922 w 3125627"/>
              <a:gd name="csY10" fmla="*/ 3892514 h 4262609"/>
              <a:gd name="csX11" fmla="*/ 335817 w 3125627"/>
              <a:gd name="csY11" fmla="*/ 4091691 h 4262609"/>
              <a:gd name="csX12" fmla="*/ 55158 w 3125627"/>
              <a:gd name="csY12" fmla="*/ 4091691 h 4262609"/>
              <a:gd name="csX0" fmla="*/ 55158 w 3125627"/>
              <a:gd name="csY0" fmla="*/ 4091691 h 4262609"/>
              <a:gd name="csX1" fmla="*/ 9893 w 3125627"/>
              <a:gd name="csY1" fmla="*/ 3928728 h 4262609"/>
              <a:gd name="csX2" fmla="*/ 837 w 3125627"/>
              <a:gd name="csY2" fmla="*/ 253021 h 4262609"/>
              <a:gd name="csX3" fmla="*/ 507833 w 3125627"/>
              <a:gd name="csY3" fmla="*/ 35739 h 4262609"/>
              <a:gd name="csX4" fmla="*/ 2716877 w 3125627"/>
              <a:gd name="csY4" fmla="*/ 26684 h 4262609"/>
              <a:gd name="csX5" fmla="*/ 3097125 w 3125627"/>
              <a:gd name="csY5" fmla="*/ 298290 h 4262609"/>
              <a:gd name="csX6" fmla="*/ 3097122 w 3125627"/>
              <a:gd name="csY6" fmla="*/ 1230795 h 4262609"/>
              <a:gd name="csX7" fmla="*/ 2716881 w 3125627"/>
              <a:gd name="csY7" fmla="*/ 1411867 h 4262609"/>
              <a:gd name="csX8" fmla="*/ 616474 w 3125627"/>
              <a:gd name="csY8" fmla="*/ 1420918 h 4262609"/>
              <a:gd name="csX9" fmla="*/ 317710 w 3125627"/>
              <a:gd name="csY9" fmla="*/ 1592936 h 4262609"/>
              <a:gd name="csX10" fmla="*/ 353922 w 3125627"/>
              <a:gd name="csY10" fmla="*/ 3892514 h 4262609"/>
              <a:gd name="csX11" fmla="*/ 335817 w 3125627"/>
              <a:gd name="csY11" fmla="*/ 4091691 h 4262609"/>
              <a:gd name="csX12" fmla="*/ 55158 w 3125627"/>
              <a:gd name="csY12" fmla="*/ 4091691 h 4262609"/>
              <a:gd name="csX0" fmla="*/ 55158 w 3125627"/>
              <a:gd name="csY0" fmla="*/ 4091691 h 4270298"/>
              <a:gd name="csX1" fmla="*/ 9893 w 3125627"/>
              <a:gd name="csY1" fmla="*/ 3928728 h 4270298"/>
              <a:gd name="csX2" fmla="*/ 837 w 3125627"/>
              <a:gd name="csY2" fmla="*/ 253021 h 4270298"/>
              <a:gd name="csX3" fmla="*/ 507833 w 3125627"/>
              <a:gd name="csY3" fmla="*/ 35739 h 4270298"/>
              <a:gd name="csX4" fmla="*/ 2716877 w 3125627"/>
              <a:gd name="csY4" fmla="*/ 26684 h 4270298"/>
              <a:gd name="csX5" fmla="*/ 3097125 w 3125627"/>
              <a:gd name="csY5" fmla="*/ 298290 h 4270298"/>
              <a:gd name="csX6" fmla="*/ 3097122 w 3125627"/>
              <a:gd name="csY6" fmla="*/ 1230795 h 4270298"/>
              <a:gd name="csX7" fmla="*/ 2716881 w 3125627"/>
              <a:gd name="csY7" fmla="*/ 1411867 h 4270298"/>
              <a:gd name="csX8" fmla="*/ 616474 w 3125627"/>
              <a:gd name="csY8" fmla="*/ 1420918 h 4270298"/>
              <a:gd name="csX9" fmla="*/ 317710 w 3125627"/>
              <a:gd name="csY9" fmla="*/ 1592936 h 4270298"/>
              <a:gd name="csX10" fmla="*/ 353922 w 3125627"/>
              <a:gd name="csY10" fmla="*/ 3892514 h 4270298"/>
              <a:gd name="csX11" fmla="*/ 335817 w 3125627"/>
              <a:gd name="csY11" fmla="*/ 4091691 h 4270298"/>
              <a:gd name="csX12" fmla="*/ 55158 w 3125627"/>
              <a:gd name="csY12" fmla="*/ 4091691 h 4270298"/>
              <a:gd name="csX0" fmla="*/ 55158 w 3125627"/>
              <a:gd name="csY0" fmla="*/ 4091691 h 4147794"/>
              <a:gd name="csX1" fmla="*/ 9893 w 3125627"/>
              <a:gd name="csY1" fmla="*/ 3928728 h 4147794"/>
              <a:gd name="csX2" fmla="*/ 837 w 3125627"/>
              <a:gd name="csY2" fmla="*/ 253021 h 4147794"/>
              <a:gd name="csX3" fmla="*/ 507833 w 3125627"/>
              <a:gd name="csY3" fmla="*/ 35739 h 4147794"/>
              <a:gd name="csX4" fmla="*/ 2716877 w 3125627"/>
              <a:gd name="csY4" fmla="*/ 26684 h 4147794"/>
              <a:gd name="csX5" fmla="*/ 3097125 w 3125627"/>
              <a:gd name="csY5" fmla="*/ 298290 h 4147794"/>
              <a:gd name="csX6" fmla="*/ 3097122 w 3125627"/>
              <a:gd name="csY6" fmla="*/ 1230795 h 4147794"/>
              <a:gd name="csX7" fmla="*/ 2716881 w 3125627"/>
              <a:gd name="csY7" fmla="*/ 1411867 h 4147794"/>
              <a:gd name="csX8" fmla="*/ 616474 w 3125627"/>
              <a:gd name="csY8" fmla="*/ 1420918 h 4147794"/>
              <a:gd name="csX9" fmla="*/ 317710 w 3125627"/>
              <a:gd name="csY9" fmla="*/ 1592936 h 4147794"/>
              <a:gd name="csX10" fmla="*/ 353922 w 3125627"/>
              <a:gd name="csY10" fmla="*/ 3892514 h 4147794"/>
              <a:gd name="csX11" fmla="*/ 335817 w 3125627"/>
              <a:gd name="csY11" fmla="*/ 4091691 h 4147794"/>
              <a:gd name="csX12" fmla="*/ 55158 w 3125627"/>
              <a:gd name="csY12" fmla="*/ 4091691 h 4147794"/>
              <a:gd name="csX0" fmla="*/ 55158 w 3125627"/>
              <a:gd name="csY0" fmla="*/ 4091691 h 4147794"/>
              <a:gd name="csX1" fmla="*/ 9893 w 3125627"/>
              <a:gd name="csY1" fmla="*/ 3928728 h 4147794"/>
              <a:gd name="csX2" fmla="*/ 837 w 3125627"/>
              <a:gd name="csY2" fmla="*/ 253021 h 4147794"/>
              <a:gd name="csX3" fmla="*/ 507833 w 3125627"/>
              <a:gd name="csY3" fmla="*/ 35739 h 4147794"/>
              <a:gd name="csX4" fmla="*/ 2716877 w 3125627"/>
              <a:gd name="csY4" fmla="*/ 26684 h 4147794"/>
              <a:gd name="csX5" fmla="*/ 3097125 w 3125627"/>
              <a:gd name="csY5" fmla="*/ 298290 h 4147794"/>
              <a:gd name="csX6" fmla="*/ 3097122 w 3125627"/>
              <a:gd name="csY6" fmla="*/ 1230795 h 4147794"/>
              <a:gd name="csX7" fmla="*/ 2716881 w 3125627"/>
              <a:gd name="csY7" fmla="*/ 1411867 h 4147794"/>
              <a:gd name="csX8" fmla="*/ 616474 w 3125627"/>
              <a:gd name="csY8" fmla="*/ 1420918 h 4147794"/>
              <a:gd name="csX9" fmla="*/ 317710 w 3125627"/>
              <a:gd name="csY9" fmla="*/ 1592936 h 4147794"/>
              <a:gd name="csX10" fmla="*/ 353922 w 3125627"/>
              <a:gd name="csY10" fmla="*/ 3892514 h 4147794"/>
              <a:gd name="csX11" fmla="*/ 263389 w 3125627"/>
              <a:gd name="csY11" fmla="*/ 4091691 h 4147794"/>
              <a:gd name="csX12" fmla="*/ 55158 w 3125627"/>
              <a:gd name="csY12" fmla="*/ 4091691 h 4147794"/>
              <a:gd name="csX0" fmla="*/ 55158 w 3125627"/>
              <a:gd name="csY0" fmla="*/ 4091691 h 4162453"/>
              <a:gd name="csX1" fmla="*/ 9893 w 3125627"/>
              <a:gd name="csY1" fmla="*/ 3928728 h 4162453"/>
              <a:gd name="csX2" fmla="*/ 837 w 3125627"/>
              <a:gd name="csY2" fmla="*/ 253021 h 4162453"/>
              <a:gd name="csX3" fmla="*/ 507833 w 3125627"/>
              <a:gd name="csY3" fmla="*/ 35739 h 4162453"/>
              <a:gd name="csX4" fmla="*/ 2716877 w 3125627"/>
              <a:gd name="csY4" fmla="*/ 26684 h 4162453"/>
              <a:gd name="csX5" fmla="*/ 3097125 w 3125627"/>
              <a:gd name="csY5" fmla="*/ 298290 h 4162453"/>
              <a:gd name="csX6" fmla="*/ 3097122 w 3125627"/>
              <a:gd name="csY6" fmla="*/ 1230795 h 4162453"/>
              <a:gd name="csX7" fmla="*/ 2716881 w 3125627"/>
              <a:gd name="csY7" fmla="*/ 1411867 h 4162453"/>
              <a:gd name="csX8" fmla="*/ 616474 w 3125627"/>
              <a:gd name="csY8" fmla="*/ 1420918 h 4162453"/>
              <a:gd name="csX9" fmla="*/ 317710 w 3125627"/>
              <a:gd name="csY9" fmla="*/ 1592936 h 4162453"/>
              <a:gd name="csX10" fmla="*/ 335815 w 3125627"/>
              <a:gd name="csY10" fmla="*/ 3919674 h 4162453"/>
              <a:gd name="csX11" fmla="*/ 263389 w 3125627"/>
              <a:gd name="csY11" fmla="*/ 4091691 h 4162453"/>
              <a:gd name="csX12" fmla="*/ 55158 w 3125627"/>
              <a:gd name="csY12" fmla="*/ 4091691 h 4162453"/>
              <a:gd name="csX0" fmla="*/ 55158 w 3125627"/>
              <a:gd name="csY0" fmla="*/ 4091691 h 4104104"/>
              <a:gd name="csX1" fmla="*/ 9893 w 3125627"/>
              <a:gd name="csY1" fmla="*/ 3928728 h 4104104"/>
              <a:gd name="csX2" fmla="*/ 837 w 3125627"/>
              <a:gd name="csY2" fmla="*/ 253021 h 4104104"/>
              <a:gd name="csX3" fmla="*/ 507833 w 3125627"/>
              <a:gd name="csY3" fmla="*/ 35739 h 4104104"/>
              <a:gd name="csX4" fmla="*/ 2716877 w 3125627"/>
              <a:gd name="csY4" fmla="*/ 26684 h 4104104"/>
              <a:gd name="csX5" fmla="*/ 3097125 w 3125627"/>
              <a:gd name="csY5" fmla="*/ 298290 h 4104104"/>
              <a:gd name="csX6" fmla="*/ 3097122 w 3125627"/>
              <a:gd name="csY6" fmla="*/ 1230795 h 4104104"/>
              <a:gd name="csX7" fmla="*/ 2716881 w 3125627"/>
              <a:gd name="csY7" fmla="*/ 1411867 h 4104104"/>
              <a:gd name="csX8" fmla="*/ 616474 w 3125627"/>
              <a:gd name="csY8" fmla="*/ 1420918 h 4104104"/>
              <a:gd name="csX9" fmla="*/ 317710 w 3125627"/>
              <a:gd name="csY9" fmla="*/ 1592936 h 4104104"/>
              <a:gd name="csX10" fmla="*/ 335815 w 3125627"/>
              <a:gd name="csY10" fmla="*/ 3919674 h 4104104"/>
              <a:gd name="csX11" fmla="*/ 263389 w 3125627"/>
              <a:gd name="csY11" fmla="*/ 4091691 h 4104104"/>
              <a:gd name="csX12" fmla="*/ 55158 w 3125627"/>
              <a:gd name="csY12" fmla="*/ 4091691 h 4104104"/>
              <a:gd name="csX0" fmla="*/ 55158 w 3125627"/>
              <a:gd name="csY0" fmla="*/ 4091691 h 4104104"/>
              <a:gd name="csX1" fmla="*/ 9893 w 3125627"/>
              <a:gd name="csY1" fmla="*/ 3928728 h 4104104"/>
              <a:gd name="csX2" fmla="*/ 837 w 3125627"/>
              <a:gd name="csY2" fmla="*/ 253021 h 4104104"/>
              <a:gd name="csX3" fmla="*/ 507833 w 3125627"/>
              <a:gd name="csY3" fmla="*/ 35739 h 4104104"/>
              <a:gd name="csX4" fmla="*/ 2716877 w 3125627"/>
              <a:gd name="csY4" fmla="*/ 26684 h 4104104"/>
              <a:gd name="csX5" fmla="*/ 3097125 w 3125627"/>
              <a:gd name="csY5" fmla="*/ 298290 h 4104104"/>
              <a:gd name="csX6" fmla="*/ 3097122 w 3125627"/>
              <a:gd name="csY6" fmla="*/ 1230795 h 4104104"/>
              <a:gd name="csX7" fmla="*/ 2716881 w 3125627"/>
              <a:gd name="csY7" fmla="*/ 1411867 h 4104104"/>
              <a:gd name="csX8" fmla="*/ 616474 w 3125627"/>
              <a:gd name="csY8" fmla="*/ 1420918 h 4104104"/>
              <a:gd name="csX9" fmla="*/ 317710 w 3125627"/>
              <a:gd name="csY9" fmla="*/ 1592936 h 4104104"/>
              <a:gd name="csX10" fmla="*/ 335815 w 3125627"/>
              <a:gd name="csY10" fmla="*/ 3919674 h 4104104"/>
              <a:gd name="csX11" fmla="*/ 263389 w 3125627"/>
              <a:gd name="csY11" fmla="*/ 4091691 h 4104104"/>
              <a:gd name="csX12" fmla="*/ 55158 w 3125627"/>
              <a:gd name="csY12" fmla="*/ 4091691 h 4104104"/>
              <a:gd name="csX0" fmla="*/ 55158 w 3125627"/>
              <a:gd name="csY0" fmla="*/ 4079295 h 4091708"/>
              <a:gd name="csX1" fmla="*/ 9893 w 3125627"/>
              <a:gd name="csY1" fmla="*/ 3916332 h 4091708"/>
              <a:gd name="csX2" fmla="*/ 837 w 3125627"/>
              <a:gd name="csY2" fmla="*/ 240625 h 4091708"/>
              <a:gd name="csX3" fmla="*/ 507833 w 3125627"/>
              <a:gd name="csY3" fmla="*/ 23343 h 4091708"/>
              <a:gd name="csX4" fmla="*/ 2716877 w 3125627"/>
              <a:gd name="csY4" fmla="*/ 14288 h 4091708"/>
              <a:gd name="csX5" fmla="*/ 3097125 w 3125627"/>
              <a:gd name="csY5" fmla="*/ 285894 h 4091708"/>
              <a:gd name="csX6" fmla="*/ 3097122 w 3125627"/>
              <a:gd name="csY6" fmla="*/ 1218399 h 4091708"/>
              <a:gd name="csX7" fmla="*/ 2716881 w 3125627"/>
              <a:gd name="csY7" fmla="*/ 1399471 h 4091708"/>
              <a:gd name="csX8" fmla="*/ 616474 w 3125627"/>
              <a:gd name="csY8" fmla="*/ 1408522 h 4091708"/>
              <a:gd name="csX9" fmla="*/ 317710 w 3125627"/>
              <a:gd name="csY9" fmla="*/ 1580540 h 4091708"/>
              <a:gd name="csX10" fmla="*/ 335815 w 3125627"/>
              <a:gd name="csY10" fmla="*/ 3907278 h 4091708"/>
              <a:gd name="csX11" fmla="*/ 263389 w 3125627"/>
              <a:gd name="csY11" fmla="*/ 4079295 h 4091708"/>
              <a:gd name="csX12" fmla="*/ 55158 w 3125627"/>
              <a:gd name="csY12" fmla="*/ 4079295 h 4091708"/>
              <a:gd name="csX0" fmla="*/ 55158 w 3125627"/>
              <a:gd name="csY0" fmla="*/ 4067644 h 4080057"/>
              <a:gd name="csX1" fmla="*/ 9893 w 3125627"/>
              <a:gd name="csY1" fmla="*/ 3904681 h 4080057"/>
              <a:gd name="csX2" fmla="*/ 837 w 3125627"/>
              <a:gd name="csY2" fmla="*/ 228974 h 4080057"/>
              <a:gd name="csX3" fmla="*/ 507833 w 3125627"/>
              <a:gd name="csY3" fmla="*/ 11692 h 4080057"/>
              <a:gd name="csX4" fmla="*/ 2716877 w 3125627"/>
              <a:gd name="csY4" fmla="*/ 2637 h 4080057"/>
              <a:gd name="csX5" fmla="*/ 3097125 w 3125627"/>
              <a:gd name="csY5" fmla="*/ 274243 h 4080057"/>
              <a:gd name="csX6" fmla="*/ 3097122 w 3125627"/>
              <a:gd name="csY6" fmla="*/ 1206748 h 4080057"/>
              <a:gd name="csX7" fmla="*/ 2716881 w 3125627"/>
              <a:gd name="csY7" fmla="*/ 1387820 h 4080057"/>
              <a:gd name="csX8" fmla="*/ 616474 w 3125627"/>
              <a:gd name="csY8" fmla="*/ 1396871 h 4080057"/>
              <a:gd name="csX9" fmla="*/ 317710 w 3125627"/>
              <a:gd name="csY9" fmla="*/ 1568889 h 4080057"/>
              <a:gd name="csX10" fmla="*/ 335815 w 3125627"/>
              <a:gd name="csY10" fmla="*/ 3895627 h 4080057"/>
              <a:gd name="csX11" fmla="*/ 263389 w 3125627"/>
              <a:gd name="csY11" fmla="*/ 4067644 h 4080057"/>
              <a:gd name="csX12" fmla="*/ 55158 w 3125627"/>
              <a:gd name="csY12" fmla="*/ 4067644 h 4080057"/>
              <a:gd name="csX0" fmla="*/ 55158 w 3125627"/>
              <a:gd name="csY0" fmla="*/ 4065007 h 4077420"/>
              <a:gd name="csX1" fmla="*/ 9893 w 3125627"/>
              <a:gd name="csY1" fmla="*/ 3902044 h 4077420"/>
              <a:gd name="csX2" fmla="*/ 837 w 3125627"/>
              <a:gd name="csY2" fmla="*/ 226337 h 4077420"/>
              <a:gd name="csX3" fmla="*/ 507833 w 3125627"/>
              <a:gd name="csY3" fmla="*/ 9055 h 4077420"/>
              <a:gd name="csX4" fmla="*/ 2716877 w 3125627"/>
              <a:gd name="csY4" fmla="*/ 0 h 4077420"/>
              <a:gd name="csX5" fmla="*/ 3097125 w 3125627"/>
              <a:gd name="csY5" fmla="*/ 271606 h 4077420"/>
              <a:gd name="csX6" fmla="*/ 3097122 w 3125627"/>
              <a:gd name="csY6" fmla="*/ 1204111 h 4077420"/>
              <a:gd name="csX7" fmla="*/ 2716881 w 3125627"/>
              <a:gd name="csY7" fmla="*/ 1385183 h 4077420"/>
              <a:gd name="csX8" fmla="*/ 616474 w 3125627"/>
              <a:gd name="csY8" fmla="*/ 1394234 h 4077420"/>
              <a:gd name="csX9" fmla="*/ 317710 w 3125627"/>
              <a:gd name="csY9" fmla="*/ 1566252 h 4077420"/>
              <a:gd name="csX10" fmla="*/ 335815 w 3125627"/>
              <a:gd name="csY10" fmla="*/ 3892990 h 4077420"/>
              <a:gd name="csX11" fmla="*/ 263389 w 3125627"/>
              <a:gd name="csY11" fmla="*/ 4065007 h 4077420"/>
              <a:gd name="csX12" fmla="*/ 55158 w 3125627"/>
              <a:gd name="csY12" fmla="*/ 4065007 h 4077420"/>
              <a:gd name="csX0" fmla="*/ 55158 w 3125627"/>
              <a:gd name="csY0" fmla="*/ 4065007 h 4077420"/>
              <a:gd name="csX1" fmla="*/ 9893 w 3125627"/>
              <a:gd name="csY1" fmla="*/ 3902044 h 4077420"/>
              <a:gd name="csX2" fmla="*/ 837 w 3125627"/>
              <a:gd name="csY2" fmla="*/ 226337 h 4077420"/>
              <a:gd name="csX3" fmla="*/ 507833 w 3125627"/>
              <a:gd name="csY3" fmla="*/ 9055 h 4077420"/>
              <a:gd name="csX4" fmla="*/ 2716877 w 3125627"/>
              <a:gd name="csY4" fmla="*/ 0 h 4077420"/>
              <a:gd name="csX5" fmla="*/ 3097125 w 3125627"/>
              <a:gd name="csY5" fmla="*/ 271606 h 4077420"/>
              <a:gd name="csX6" fmla="*/ 3097122 w 3125627"/>
              <a:gd name="csY6" fmla="*/ 1204111 h 4077420"/>
              <a:gd name="csX7" fmla="*/ 2716881 w 3125627"/>
              <a:gd name="csY7" fmla="*/ 1385183 h 4077420"/>
              <a:gd name="csX8" fmla="*/ 616474 w 3125627"/>
              <a:gd name="csY8" fmla="*/ 1394234 h 4077420"/>
              <a:gd name="csX9" fmla="*/ 317710 w 3125627"/>
              <a:gd name="csY9" fmla="*/ 1566252 h 4077420"/>
              <a:gd name="csX10" fmla="*/ 308655 w 3125627"/>
              <a:gd name="csY10" fmla="*/ 3883936 h 4077420"/>
              <a:gd name="csX11" fmla="*/ 263389 w 3125627"/>
              <a:gd name="csY11" fmla="*/ 4065007 h 4077420"/>
              <a:gd name="csX12" fmla="*/ 55158 w 3125627"/>
              <a:gd name="csY12" fmla="*/ 4065007 h 4077420"/>
              <a:gd name="csX0" fmla="*/ 55158 w 3125627"/>
              <a:gd name="csY0" fmla="*/ 4065007 h 4135506"/>
              <a:gd name="csX1" fmla="*/ 9893 w 3125627"/>
              <a:gd name="csY1" fmla="*/ 3902044 h 4135506"/>
              <a:gd name="csX2" fmla="*/ 837 w 3125627"/>
              <a:gd name="csY2" fmla="*/ 226337 h 4135506"/>
              <a:gd name="csX3" fmla="*/ 507833 w 3125627"/>
              <a:gd name="csY3" fmla="*/ 9055 h 4135506"/>
              <a:gd name="csX4" fmla="*/ 2716877 w 3125627"/>
              <a:gd name="csY4" fmla="*/ 0 h 4135506"/>
              <a:gd name="csX5" fmla="*/ 3097125 w 3125627"/>
              <a:gd name="csY5" fmla="*/ 271606 h 4135506"/>
              <a:gd name="csX6" fmla="*/ 3097122 w 3125627"/>
              <a:gd name="csY6" fmla="*/ 1204111 h 4135506"/>
              <a:gd name="csX7" fmla="*/ 2716881 w 3125627"/>
              <a:gd name="csY7" fmla="*/ 1385183 h 4135506"/>
              <a:gd name="csX8" fmla="*/ 616474 w 3125627"/>
              <a:gd name="csY8" fmla="*/ 1394234 h 4135506"/>
              <a:gd name="csX9" fmla="*/ 317710 w 3125627"/>
              <a:gd name="csY9" fmla="*/ 1566252 h 4135506"/>
              <a:gd name="csX10" fmla="*/ 308655 w 3125627"/>
              <a:gd name="csY10" fmla="*/ 3883936 h 4135506"/>
              <a:gd name="csX11" fmla="*/ 218121 w 3125627"/>
              <a:gd name="csY11" fmla="*/ 4074061 h 4135506"/>
              <a:gd name="csX12" fmla="*/ 55158 w 3125627"/>
              <a:gd name="csY12" fmla="*/ 4065007 h 4135506"/>
              <a:gd name="csX0" fmla="*/ 55158 w 3125627"/>
              <a:gd name="csY0" fmla="*/ 4065007 h 4081083"/>
              <a:gd name="csX1" fmla="*/ 9893 w 3125627"/>
              <a:gd name="csY1" fmla="*/ 3902044 h 4081083"/>
              <a:gd name="csX2" fmla="*/ 837 w 3125627"/>
              <a:gd name="csY2" fmla="*/ 226337 h 4081083"/>
              <a:gd name="csX3" fmla="*/ 507833 w 3125627"/>
              <a:gd name="csY3" fmla="*/ 9055 h 4081083"/>
              <a:gd name="csX4" fmla="*/ 2716877 w 3125627"/>
              <a:gd name="csY4" fmla="*/ 0 h 4081083"/>
              <a:gd name="csX5" fmla="*/ 3097125 w 3125627"/>
              <a:gd name="csY5" fmla="*/ 271606 h 4081083"/>
              <a:gd name="csX6" fmla="*/ 3097122 w 3125627"/>
              <a:gd name="csY6" fmla="*/ 1204111 h 4081083"/>
              <a:gd name="csX7" fmla="*/ 2716881 w 3125627"/>
              <a:gd name="csY7" fmla="*/ 1385183 h 4081083"/>
              <a:gd name="csX8" fmla="*/ 616474 w 3125627"/>
              <a:gd name="csY8" fmla="*/ 1394234 h 4081083"/>
              <a:gd name="csX9" fmla="*/ 317710 w 3125627"/>
              <a:gd name="csY9" fmla="*/ 1566252 h 4081083"/>
              <a:gd name="csX10" fmla="*/ 308655 w 3125627"/>
              <a:gd name="csY10" fmla="*/ 3883936 h 4081083"/>
              <a:gd name="csX11" fmla="*/ 218121 w 3125627"/>
              <a:gd name="csY11" fmla="*/ 4074061 h 4081083"/>
              <a:gd name="csX12" fmla="*/ 55158 w 3125627"/>
              <a:gd name="csY12" fmla="*/ 4065007 h 4081083"/>
              <a:gd name="csX0" fmla="*/ 55158 w 3125627"/>
              <a:gd name="csY0" fmla="*/ 4065007 h 4081083"/>
              <a:gd name="csX1" fmla="*/ 9893 w 3125627"/>
              <a:gd name="csY1" fmla="*/ 3902044 h 4081083"/>
              <a:gd name="csX2" fmla="*/ 837 w 3125627"/>
              <a:gd name="csY2" fmla="*/ 226337 h 4081083"/>
              <a:gd name="csX3" fmla="*/ 507833 w 3125627"/>
              <a:gd name="csY3" fmla="*/ 9055 h 4081083"/>
              <a:gd name="csX4" fmla="*/ 2716877 w 3125627"/>
              <a:gd name="csY4" fmla="*/ 0 h 4081083"/>
              <a:gd name="csX5" fmla="*/ 3097125 w 3125627"/>
              <a:gd name="csY5" fmla="*/ 271606 h 4081083"/>
              <a:gd name="csX6" fmla="*/ 3097122 w 3125627"/>
              <a:gd name="csY6" fmla="*/ 1204111 h 4081083"/>
              <a:gd name="csX7" fmla="*/ 2716881 w 3125627"/>
              <a:gd name="csY7" fmla="*/ 1385183 h 4081083"/>
              <a:gd name="csX8" fmla="*/ 616474 w 3125627"/>
              <a:gd name="csY8" fmla="*/ 1394234 h 4081083"/>
              <a:gd name="csX9" fmla="*/ 317710 w 3125627"/>
              <a:gd name="csY9" fmla="*/ 1566252 h 4081083"/>
              <a:gd name="csX10" fmla="*/ 308655 w 3125627"/>
              <a:gd name="csY10" fmla="*/ 3883936 h 4081083"/>
              <a:gd name="csX11" fmla="*/ 218121 w 3125627"/>
              <a:gd name="csY11" fmla="*/ 4074061 h 4081083"/>
              <a:gd name="csX12" fmla="*/ 55158 w 3125627"/>
              <a:gd name="csY12" fmla="*/ 4065007 h 4081083"/>
              <a:gd name="csX0" fmla="*/ 55158 w 3125627"/>
              <a:gd name="csY0" fmla="*/ 4065007 h 4081083"/>
              <a:gd name="csX1" fmla="*/ 9893 w 3125627"/>
              <a:gd name="csY1" fmla="*/ 3902044 h 4081083"/>
              <a:gd name="csX2" fmla="*/ 837 w 3125627"/>
              <a:gd name="csY2" fmla="*/ 226337 h 4081083"/>
              <a:gd name="csX3" fmla="*/ 507833 w 3125627"/>
              <a:gd name="csY3" fmla="*/ 9055 h 4081083"/>
              <a:gd name="csX4" fmla="*/ 2716877 w 3125627"/>
              <a:gd name="csY4" fmla="*/ 0 h 4081083"/>
              <a:gd name="csX5" fmla="*/ 3097125 w 3125627"/>
              <a:gd name="csY5" fmla="*/ 271606 h 4081083"/>
              <a:gd name="csX6" fmla="*/ 3097122 w 3125627"/>
              <a:gd name="csY6" fmla="*/ 1204111 h 4081083"/>
              <a:gd name="csX7" fmla="*/ 2716881 w 3125627"/>
              <a:gd name="csY7" fmla="*/ 1385183 h 4081083"/>
              <a:gd name="csX8" fmla="*/ 616474 w 3125627"/>
              <a:gd name="csY8" fmla="*/ 1394234 h 4081083"/>
              <a:gd name="csX9" fmla="*/ 317710 w 3125627"/>
              <a:gd name="csY9" fmla="*/ 1566252 h 4081083"/>
              <a:gd name="csX10" fmla="*/ 308655 w 3125627"/>
              <a:gd name="csY10" fmla="*/ 3883936 h 4081083"/>
              <a:gd name="csX11" fmla="*/ 218121 w 3125627"/>
              <a:gd name="csY11" fmla="*/ 4074061 h 4081083"/>
              <a:gd name="csX12" fmla="*/ 55158 w 3125627"/>
              <a:gd name="csY12" fmla="*/ 4065007 h 4081083"/>
              <a:gd name="csX0" fmla="*/ 218121 w 3125627"/>
              <a:gd name="csY0" fmla="*/ 4074061 h 4240567"/>
              <a:gd name="csX1" fmla="*/ 9893 w 3125627"/>
              <a:gd name="csY1" fmla="*/ 3902044 h 4240567"/>
              <a:gd name="csX2" fmla="*/ 837 w 3125627"/>
              <a:gd name="csY2" fmla="*/ 226337 h 4240567"/>
              <a:gd name="csX3" fmla="*/ 507833 w 3125627"/>
              <a:gd name="csY3" fmla="*/ 9055 h 4240567"/>
              <a:gd name="csX4" fmla="*/ 2716877 w 3125627"/>
              <a:gd name="csY4" fmla="*/ 0 h 4240567"/>
              <a:gd name="csX5" fmla="*/ 3097125 w 3125627"/>
              <a:gd name="csY5" fmla="*/ 271606 h 4240567"/>
              <a:gd name="csX6" fmla="*/ 3097122 w 3125627"/>
              <a:gd name="csY6" fmla="*/ 1204111 h 4240567"/>
              <a:gd name="csX7" fmla="*/ 2716881 w 3125627"/>
              <a:gd name="csY7" fmla="*/ 1385183 h 4240567"/>
              <a:gd name="csX8" fmla="*/ 616474 w 3125627"/>
              <a:gd name="csY8" fmla="*/ 1394234 h 4240567"/>
              <a:gd name="csX9" fmla="*/ 317710 w 3125627"/>
              <a:gd name="csY9" fmla="*/ 1566252 h 4240567"/>
              <a:gd name="csX10" fmla="*/ 308655 w 3125627"/>
              <a:gd name="csY10" fmla="*/ 3883936 h 4240567"/>
              <a:gd name="csX11" fmla="*/ 218121 w 3125627"/>
              <a:gd name="csY11" fmla="*/ 4074061 h 4240567"/>
              <a:gd name="csX0" fmla="*/ 149064 w 3125627"/>
              <a:gd name="csY0" fmla="*/ 4074061 h 4240567"/>
              <a:gd name="csX1" fmla="*/ 9893 w 3125627"/>
              <a:gd name="csY1" fmla="*/ 3902044 h 4240567"/>
              <a:gd name="csX2" fmla="*/ 837 w 3125627"/>
              <a:gd name="csY2" fmla="*/ 226337 h 4240567"/>
              <a:gd name="csX3" fmla="*/ 507833 w 3125627"/>
              <a:gd name="csY3" fmla="*/ 9055 h 4240567"/>
              <a:gd name="csX4" fmla="*/ 2716877 w 3125627"/>
              <a:gd name="csY4" fmla="*/ 0 h 4240567"/>
              <a:gd name="csX5" fmla="*/ 3097125 w 3125627"/>
              <a:gd name="csY5" fmla="*/ 271606 h 4240567"/>
              <a:gd name="csX6" fmla="*/ 3097122 w 3125627"/>
              <a:gd name="csY6" fmla="*/ 1204111 h 4240567"/>
              <a:gd name="csX7" fmla="*/ 2716881 w 3125627"/>
              <a:gd name="csY7" fmla="*/ 1385183 h 4240567"/>
              <a:gd name="csX8" fmla="*/ 616474 w 3125627"/>
              <a:gd name="csY8" fmla="*/ 1394234 h 4240567"/>
              <a:gd name="csX9" fmla="*/ 317710 w 3125627"/>
              <a:gd name="csY9" fmla="*/ 1566252 h 4240567"/>
              <a:gd name="csX10" fmla="*/ 308655 w 3125627"/>
              <a:gd name="csY10" fmla="*/ 3883936 h 4240567"/>
              <a:gd name="csX11" fmla="*/ 149064 w 3125627"/>
              <a:gd name="csY11" fmla="*/ 4074061 h 4240567"/>
              <a:gd name="csX0" fmla="*/ 149064 w 3125627"/>
              <a:gd name="csY0" fmla="*/ 4074061 h 4240567"/>
              <a:gd name="csX1" fmla="*/ 9893 w 3125627"/>
              <a:gd name="csY1" fmla="*/ 3902044 h 4240567"/>
              <a:gd name="csX2" fmla="*/ 837 w 3125627"/>
              <a:gd name="csY2" fmla="*/ 226337 h 4240567"/>
              <a:gd name="csX3" fmla="*/ 507833 w 3125627"/>
              <a:gd name="csY3" fmla="*/ 9055 h 4240567"/>
              <a:gd name="csX4" fmla="*/ 2716877 w 3125627"/>
              <a:gd name="csY4" fmla="*/ 0 h 4240567"/>
              <a:gd name="csX5" fmla="*/ 3097125 w 3125627"/>
              <a:gd name="csY5" fmla="*/ 271606 h 4240567"/>
              <a:gd name="csX6" fmla="*/ 3097122 w 3125627"/>
              <a:gd name="csY6" fmla="*/ 1204111 h 4240567"/>
              <a:gd name="csX7" fmla="*/ 2716881 w 3125627"/>
              <a:gd name="csY7" fmla="*/ 1385183 h 4240567"/>
              <a:gd name="csX8" fmla="*/ 616474 w 3125627"/>
              <a:gd name="csY8" fmla="*/ 1394234 h 4240567"/>
              <a:gd name="csX9" fmla="*/ 317710 w 3125627"/>
              <a:gd name="csY9" fmla="*/ 1566252 h 4240567"/>
              <a:gd name="csX10" fmla="*/ 308655 w 3125627"/>
              <a:gd name="csY10" fmla="*/ 3883936 h 4240567"/>
              <a:gd name="csX11" fmla="*/ 149064 w 3125627"/>
              <a:gd name="csY11" fmla="*/ 4074061 h 4240567"/>
              <a:gd name="csX0" fmla="*/ 149064 w 3125627"/>
              <a:gd name="csY0" fmla="*/ 4074061 h 4240567"/>
              <a:gd name="csX1" fmla="*/ 9893 w 3125627"/>
              <a:gd name="csY1" fmla="*/ 3902044 h 4240567"/>
              <a:gd name="csX2" fmla="*/ 837 w 3125627"/>
              <a:gd name="csY2" fmla="*/ 226337 h 4240567"/>
              <a:gd name="csX3" fmla="*/ 507833 w 3125627"/>
              <a:gd name="csY3" fmla="*/ 9055 h 4240567"/>
              <a:gd name="csX4" fmla="*/ 2716877 w 3125627"/>
              <a:gd name="csY4" fmla="*/ 0 h 4240567"/>
              <a:gd name="csX5" fmla="*/ 3097125 w 3125627"/>
              <a:gd name="csY5" fmla="*/ 271606 h 4240567"/>
              <a:gd name="csX6" fmla="*/ 3097122 w 3125627"/>
              <a:gd name="csY6" fmla="*/ 1204111 h 4240567"/>
              <a:gd name="csX7" fmla="*/ 2716881 w 3125627"/>
              <a:gd name="csY7" fmla="*/ 1385183 h 4240567"/>
              <a:gd name="csX8" fmla="*/ 616474 w 3125627"/>
              <a:gd name="csY8" fmla="*/ 1394234 h 4240567"/>
              <a:gd name="csX9" fmla="*/ 317710 w 3125627"/>
              <a:gd name="csY9" fmla="*/ 1566252 h 4240567"/>
              <a:gd name="csX10" fmla="*/ 308655 w 3125627"/>
              <a:gd name="csY10" fmla="*/ 3883936 h 4240567"/>
              <a:gd name="csX11" fmla="*/ 149064 w 3125627"/>
              <a:gd name="csY11" fmla="*/ 4074061 h 4240567"/>
              <a:gd name="csX0" fmla="*/ 149064 w 3125627"/>
              <a:gd name="csY0" fmla="*/ 4074061 h 4241006"/>
              <a:gd name="csX1" fmla="*/ 9893 w 3125627"/>
              <a:gd name="csY1" fmla="*/ 3902044 h 4241006"/>
              <a:gd name="csX2" fmla="*/ 837 w 3125627"/>
              <a:gd name="csY2" fmla="*/ 226337 h 4241006"/>
              <a:gd name="csX3" fmla="*/ 507833 w 3125627"/>
              <a:gd name="csY3" fmla="*/ 9055 h 4241006"/>
              <a:gd name="csX4" fmla="*/ 2716877 w 3125627"/>
              <a:gd name="csY4" fmla="*/ 0 h 4241006"/>
              <a:gd name="csX5" fmla="*/ 3097125 w 3125627"/>
              <a:gd name="csY5" fmla="*/ 271606 h 4241006"/>
              <a:gd name="csX6" fmla="*/ 3097122 w 3125627"/>
              <a:gd name="csY6" fmla="*/ 1204111 h 4241006"/>
              <a:gd name="csX7" fmla="*/ 2716881 w 3125627"/>
              <a:gd name="csY7" fmla="*/ 1385183 h 4241006"/>
              <a:gd name="csX8" fmla="*/ 616474 w 3125627"/>
              <a:gd name="csY8" fmla="*/ 1394234 h 4241006"/>
              <a:gd name="csX9" fmla="*/ 317710 w 3125627"/>
              <a:gd name="csY9" fmla="*/ 1566252 h 4241006"/>
              <a:gd name="csX10" fmla="*/ 308655 w 3125627"/>
              <a:gd name="csY10" fmla="*/ 3883936 h 4241006"/>
              <a:gd name="csX11" fmla="*/ 149064 w 3125627"/>
              <a:gd name="csY11" fmla="*/ 4074061 h 4241006"/>
              <a:gd name="csX0" fmla="*/ 154142 w 3130705"/>
              <a:gd name="csY0" fmla="*/ 4074061 h 4074210"/>
              <a:gd name="csX1" fmla="*/ 14971 w 3130705"/>
              <a:gd name="csY1" fmla="*/ 3902044 h 4074210"/>
              <a:gd name="csX2" fmla="*/ 5915 w 3130705"/>
              <a:gd name="csY2" fmla="*/ 226337 h 4074210"/>
              <a:gd name="csX3" fmla="*/ 512911 w 3130705"/>
              <a:gd name="csY3" fmla="*/ 9055 h 4074210"/>
              <a:gd name="csX4" fmla="*/ 2721955 w 3130705"/>
              <a:gd name="csY4" fmla="*/ 0 h 4074210"/>
              <a:gd name="csX5" fmla="*/ 3102203 w 3130705"/>
              <a:gd name="csY5" fmla="*/ 271606 h 4074210"/>
              <a:gd name="csX6" fmla="*/ 3102200 w 3130705"/>
              <a:gd name="csY6" fmla="*/ 1204111 h 4074210"/>
              <a:gd name="csX7" fmla="*/ 2721959 w 3130705"/>
              <a:gd name="csY7" fmla="*/ 1385183 h 4074210"/>
              <a:gd name="csX8" fmla="*/ 621552 w 3130705"/>
              <a:gd name="csY8" fmla="*/ 1394234 h 4074210"/>
              <a:gd name="csX9" fmla="*/ 322788 w 3130705"/>
              <a:gd name="csY9" fmla="*/ 1566252 h 4074210"/>
              <a:gd name="csX10" fmla="*/ 313733 w 3130705"/>
              <a:gd name="csY10" fmla="*/ 3883936 h 4074210"/>
              <a:gd name="csX11" fmla="*/ 154142 w 3130705"/>
              <a:gd name="csY11" fmla="*/ 4074061 h 4074210"/>
              <a:gd name="csX0" fmla="*/ 149358 w 3125921"/>
              <a:gd name="csY0" fmla="*/ 4074061 h 4074210"/>
              <a:gd name="csX1" fmla="*/ 10187 w 3125921"/>
              <a:gd name="csY1" fmla="*/ 3902044 h 4074210"/>
              <a:gd name="csX2" fmla="*/ 1131 w 3125921"/>
              <a:gd name="csY2" fmla="*/ 226337 h 4074210"/>
              <a:gd name="csX3" fmla="*/ 508127 w 3125921"/>
              <a:gd name="csY3" fmla="*/ 9055 h 4074210"/>
              <a:gd name="csX4" fmla="*/ 2717171 w 3125921"/>
              <a:gd name="csY4" fmla="*/ 0 h 4074210"/>
              <a:gd name="csX5" fmla="*/ 3097419 w 3125921"/>
              <a:gd name="csY5" fmla="*/ 271606 h 4074210"/>
              <a:gd name="csX6" fmla="*/ 3097416 w 3125921"/>
              <a:gd name="csY6" fmla="*/ 1204111 h 4074210"/>
              <a:gd name="csX7" fmla="*/ 2717175 w 3125921"/>
              <a:gd name="csY7" fmla="*/ 1385183 h 4074210"/>
              <a:gd name="csX8" fmla="*/ 616768 w 3125921"/>
              <a:gd name="csY8" fmla="*/ 1394234 h 4074210"/>
              <a:gd name="csX9" fmla="*/ 318004 w 3125921"/>
              <a:gd name="csY9" fmla="*/ 1566252 h 4074210"/>
              <a:gd name="csX10" fmla="*/ 308949 w 3125921"/>
              <a:gd name="csY10" fmla="*/ 3883936 h 4074210"/>
              <a:gd name="csX11" fmla="*/ 149358 w 3125921"/>
              <a:gd name="csY11" fmla="*/ 4074061 h 4074210"/>
              <a:gd name="csX0" fmla="*/ 149358 w 3125921"/>
              <a:gd name="csY0" fmla="*/ 4074061 h 4074482"/>
              <a:gd name="csX1" fmla="*/ 10187 w 3125921"/>
              <a:gd name="csY1" fmla="*/ 3902044 h 4074482"/>
              <a:gd name="csX2" fmla="*/ 1131 w 3125921"/>
              <a:gd name="csY2" fmla="*/ 226337 h 4074482"/>
              <a:gd name="csX3" fmla="*/ 508127 w 3125921"/>
              <a:gd name="csY3" fmla="*/ 9055 h 4074482"/>
              <a:gd name="csX4" fmla="*/ 2717171 w 3125921"/>
              <a:gd name="csY4" fmla="*/ 0 h 4074482"/>
              <a:gd name="csX5" fmla="*/ 3097419 w 3125921"/>
              <a:gd name="csY5" fmla="*/ 271606 h 4074482"/>
              <a:gd name="csX6" fmla="*/ 3097416 w 3125921"/>
              <a:gd name="csY6" fmla="*/ 1204111 h 4074482"/>
              <a:gd name="csX7" fmla="*/ 2717175 w 3125921"/>
              <a:gd name="csY7" fmla="*/ 1385183 h 4074482"/>
              <a:gd name="csX8" fmla="*/ 616768 w 3125921"/>
              <a:gd name="csY8" fmla="*/ 1394234 h 4074482"/>
              <a:gd name="csX9" fmla="*/ 318004 w 3125921"/>
              <a:gd name="csY9" fmla="*/ 1566252 h 4074482"/>
              <a:gd name="csX10" fmla="*/ 308949 w 3125921"/>
              <a:gd name="csY10" fmla="*/ 3883936 h 4074482"/>
              <a:gd name="csX11" fmla="*/ 149358 w 3125921"/>
              <a:gd name="csY11" fmla="*/ 4074061 h 4074482"/>
              <a:gd name="csX0" fmla="*/ 149358 w 3125921"/>
              <a:gd name="csY0" fmla="*/ 4074061 h 4074210"/>
              <a:gd name="csX1" fmla="*/ 10187 w 3125921"/>
              <a:gd name="csY1" fmla="*/ 3902044 h 4074210"/>
              <a:gd name="csX2" fmla="*/ 1131 w 3125921"/>
              <a:gd name="csY2" fmla="*/ 226337 h 4074210"/>
              <a:gd name="csX3" fmla="*/ 508127 w 3125921"/>
              <a:gd name="csY3" fmla="*/ 9055 h 4074210"/>
              <a:gd name="csX4" fmla="*/ 2717171 w 3125921"/>
              <a:gd name="csY4" fmla="*/ 0 h 4074210"/>
              <a:gd name="csX5" fmla="*/ 3097419 w 3125921"/>
              <a:gd name="csY5" fmla="*/ 271606 h 4074210"/>
              <a:gd name="csX6" fmla="*/ 3097416 w 3125921"/>
              <a:gd name="csY6" fmla="*/ 1204111 h 4074210"/>
              <a:gd name="csX7" fmla="*/ 2717175 w 3125921"/>
              <a:gd name="csY7" fmla="*/ 1385183 h 4074210"/>
              <a:gd name="csX8" fmla="*/ 616768 w 3125921"/>
              <a:gd name="csY8" fmla="*/ 1394234 h 4074210"/>
              <a:gd name="csX9" fmla="*/ 318004 w 3125921"/>
              <a:gd name="csY9" fmla="*/ 1566252 h 4074210"/>
              <a:gd name="csX10" fmla="*/ 308949 w 3125921"/>
              <a:gd name="csY10" fmla="*/ 3883936 h 4074210"/>
              <a:gd name="csX11" fmla="*/ 149358 w 3125921"/>
              <a:gd name="csY11" fmla="*/ 4074061 h 4074210"/>
              <a:gd name="csX0" fmla="*/ 149358 w 3125921"/>
              <a:gd name="csY0" fmla="*/ 4074061 h 4074068"/>
              <a:gd name="csX1" fmla="*/ 10187 w 3125921"/>
              <a:gd name="csY1" fmla="*/ 3902044 h 4074068"/>
              <a:gd name="csX2" fmla="*/ 1131 w 3125921"/>
              <a:gd name="csY2" fmla="*/ 226337 h 4074068"/>
              <a:gd name="csX3" fmla="*/ 508127 w 3125921"/>
              <a:gd name="csY3" fmla="*/ 9055 h 4074068"/>
              <a:gd name="csX4" fmla="*/ 2717171 w 3125921"/>
              <a:gd name="csY4" fmla="*/ 0 h 4074068"/>
              <a:gd name="csX5" fmla="*/ 3097419 w 3125921"/>
              <a:gd name="csY5" fmla="*/ 271606 h 4074068"/>
              <a:gd name="csX6" fmla="*/ 3097416 w 3125921"/>
              <a:gd name="csY6" fmla="*/ 1204111 h 4074068"/>
              <a:gd name="csX7" fmla="*/ 2717175 w 3125921"/>
              <a:gd name="csY7" fmla="*/ 1385183 h 4074068"/>
              <a:gd name="csX8" fmla="*/ 616768 w 3125921"/>
              <a:gd name="csY8" fmla="*/ 1394234 h 4074068"/>
              <a:gd name="csX9" fmla="*/ 318004 w 3125921"/>
              <a:gd name="csY9" fmla="*/ 1566252 h 4074068"/>
              <a:gd name="csX10" fmla="*/ 308949 w 3125921"/>
              <a:gd name="csY10" fmla="*/ 3883936 h 4074068"/>
              <a:gd name="csX11" fmla="*/ 149358 w 3125921"/>
              <a:gd name="csY11" fmla="*/ 4074061 h 4074068"/>
              <a:gd name="csX0" fmla="*/ 149358 w 3125921"/>
              <a:gd name="csY0" fmla="*/ 4074061 h 4074068"/>
              <a:gd name="csX1" fmla="*/ 10187 w 3125921"/>
              <a:gd name="csY1" fmla="*/ 3902044 h 4074068"/>
              <a:gd name="csX2" fmla="*/ 1131 w 3125921"/>
              <a:gd name="csY2" fmla="*/ 226337 h 4074068"/>
              <a:gd name="csX3" fmla="*/ 508127 w 3125921"/>
              <a:gd name="csY3" fmla="*/ 9055 h 4074068"/>
              <a:gd name="csX4" fmla="*/ 2717171 w 3125921"/>
              <a:gd name="csY4" fmla="*/ 0 h 4074068"/>
              <a:gd name="csX5" fmla="*/ 3097419 w 3125921"/>
              <a:gd name="csY5" fmla="*/ 271606 h 4074068"/>
              <a:gd name="csX6" fmla="*/ 3097416 w 3125921"/>
              <a:gd name="csY6" fmla="*/ 1204111 h 4074068"/>
              <a:gd name="csX7" fmla="*/ 2717175 w 3125921"/>
              <a:gd name="csY7" fmla="*/ 1385183 h 4074068"/>
              <a:gd name="csX8" fmla="*/ 616768 w 3125921"/>
              <a:gd name="csY8" fmla="*/ 1394234 h 4074068"/>
              <a:gd name="csX9" fmla="*/ 318004 w 3125921"/>
              <a:gd name="csY9" fmla="*/ 1566252 h 4074068"/>
              <a:gd name="csX10" fmla="*/ 306568 w 3125921"/>
              <a:gd name="csY10" fmla="*/ 3898223 h 4074068"/>
              <a:gd name="csX11" fmla="*/ 149358 w 3125921"/>
              <a:gd name="csY11" fmla="*/ 4074061 h 4074068"/>
              <a:gd name="csX0" fmla="*/ 164722 w 3131760"/>
              <a:gd name="csY0" fmla="*/ 4074061 h 4239866"/>
              <a:gd name="csX1" fmla="*/ 16026 w 3131760"/>
              <a:gd name="csY1" fmla="*/ 3902044 h 4239866"/>
              <a:gd name="csX2" fmla="*/ 6970 w 3131760"/>
              <a:gd name="csY2" fmla="*/ 226337 h 4239866"/>
              <a:gd name="csX3" fmla="*/ 513966 w 3131760"/>
              <a:gd name="csY3" fmla="*/ 9055 h 4239866"/>
              <a:gd name="csX4" fmla="*/ 2723010 w 3131760"/>
              <a:gd name="csY4" fmla="*/ 0 h 4239866"/>
              <a:gd name="csX5" fmla="*/ 3103258 w 3131760"/>
              <a:gd name="csY5" fmla="*/ 271606 h 4239866"/>
              <a:gd name="csX6" fmla="*/ 3103255 w 3131760"/>
              <a:gd name="csY6" fmla="*/ 1204111 h 4239866"/>
              <a:gd name="csX7" fmla="*/ 2723014 w 3131760"/>
              <a:gd name="csY7" fmla="*/ 1385183 h 4239866"/>
              <a:gd name="csX8" fmla="*/ 622607 w 3131760"/>
              <a:gd name="csY8" fmla="*/ 1394234 h 4239866"/>
              <a:gd name="csX9" fmla="*/ 323843 w 3131760"/>
              <a:gd name="csY9" fmla="*/ 1566252 h 4239866"/>
              <a:gd name="csX10" fmla="*/ 312407 w 3131760"/>
              <a:gd name="csY10" fmla="*/ 3898223 h 4239866"/>
              <a:gd name="csX11" fmla="*/ 164722 w 3131760"/>
              <a:gd name="csY11" fmla="*/ 4074061 h 4239866"/>
              <a:gd name="csX0" fmla="*/ 158299 w 3125337"/>
              <a:gd name="csY0" fmla="*/ 4074061 h 4143595"/>
              <a:gd name="csX1" fmla="*/ 9603 w 3125337"/>
              <a:gd name="csY1" fmla="*/ 3902044 h 4143595"/>
              <a:gd name="csX2" fmla="*/ 547 w 3125337"/>
              <a:gd name="csY2" fmla="*/ 226337 h 4143595"/>
              <a:gd name="csX3" fmla="*/ 507543 w 3125337"/>
              <a:gd name="csY3" fmla="*/ 9055 h 4143595"/>
              <a:gd name="csX4" fmla="*/ 2716587 w 3125337"/>
              <a:gd name="csY4" fmla="*/ 0 h 4143595"/>
              <a:gd name="csX5" fmla="*/ 3096835 w 3125337"/>
              <a:gd name="csY5" fmla="*/ 271606 h 4143595"/>
              <a:gd name="csX6" fmla="*/ 3096832 w 3125337"/>
              <a:gd name="csY6" fmla="*/ 1204111 h 4143595"/>
              <a:gd name="csX7" fmla="*/ 2716591 w 3125337"/>
              <a:gd name="csY7" fmla="*/ 1385183 h 4143595"/>
              <a:gd name="csX8" fmla="*/ 616184 w 3125337"/>
              <a:gd name="csY8" fmla="*/ 1394234 h 4143595"/>
              <a:gd name="csX9" fmla="*/ 317420 w 3125337"/>
              <a:gd name="csY9" fmla="*/ 1566252 h 4143595"/>
              <a:gd name="csX10" fmla="*/ 305984 w 3125337"/>
              <a:gd name="csY10" fmla="*/ 3898223 h 4143595"/>
              <a:gd name="csX11" fmla="*/ 158299 w 3125337"/>
              <a:gd name="csY11" fmla="*/ 4074061 h 4143595"/>
              <a:gd name="csX0" fmla="*/ 158511 w 3125549"/>
              <a:gd name="csY0" fmla="*/ 4074061 h 4143595"/>
              <a:gd name="csX1" fmla="*/ 9815 w 3125549"/>
              <a:gd name="csY1" fmla="*/ 3902044 h 4143595"/>
              <a:gd name="csX2" fmla="*/ 759 w 3125549"/>
              <a:gd name="csY2" fmla="*/ 226337 h 4143595"/>
              <a:gd name="csX3" fmla="*/ 507755 w 3125549"/>
              <a:gd name="csY3" fmla="*/ 9055 h 4143595"/>
              <a:gd name="csX4" fmla="*/ 2716799 w 3125549"/>
              <a:gd name="csY4" fmla="*/ 0 h 4143595"/>
              <a:gd name="csX5" fmla="*/ 3097047 w 3125549"/>
              <a:gd name="csY5" fmla="*/ 271606 h 4143595"/>
              <a:gd name="csX6" fmla="*/ 3097044 w 3125549"/>
              <a:gd name="csY6" fmla="*/ 1204111 h 4143595"/>
              <a:gd name="csX7" fmla="*/ 2716803 w 3125549"/>
              <a:gd name="csY7" fmla="*/ 1385183 h 4143595"/>
              <a:gd name="csX8" fmla="*/ 616396 w 3125549"/>
              <a:gd name="csY8" fmla="*/ 1394234 h 4143595"/>
              <a:gd name="csX9" fmla="*/ 317632 w 3125549"/>
              <a:gd name="csY9" fmla="*/ 1566252 h 4143595"/>
              <a:gd name="csX10" fmla="*/ 306196 w 3125549"/>
              <a:gd name="csY10" fmla="*/ 3898223 h 4143595"/>
              <a:gd name="csX11" fmla="*/ 158511 w 3125549"/>
              <a:gd name="csY11" fmla="*/ 4074061 h 4143595"/>
              <a:gd name="csX0" fmla="*/ 158511 w 3125549"/>
              <a:gd name="csY0" fmla="*/ 4074061 h 4074092"/>
              <a:gd name="csX1" fmla="*/ 9815 w 3125549"/>
              <a:gd name="csY1" fmla="*/ 3902044 h 4074092"/>
              <a:gd name="csX2" fmla="*/ 759 w 3125549"/>
              <a:gd name="csY2" fmla="*/ 226337 h 4074092"/>
              <a:gd name="csX3" fmla="*/ 507755 w 3125549"/>
              <a:gd name="csY3" fmla="*/ 9055 h 4074092"/>
              <a:gd name="csX4" fmla="*/ 2716799 w 3125549"/>
              <a:gd name="csY4" fmla="*/ 0 h 4074092"/>
              <a:gd name="csX5" fmla="*/ 3097047 w 3125549"/>
              <a:gd name="csY5" fmla="*/ 271606 h 4074092"/>
              <a:gd name="csX6" fmla="*/ 3097044 w 3125549"/>
              <a:gd name="csY6" fmla="*/ 1204111 h 4074092"/>
              <a:gd name="csX7" fmla="*/ 2716803 w 3125549"/>
              <a:gd name="csY7" fmla="*/ 1385183 h 4074092"/>
              <a:gd name="csX8" fmla="*/ 616396 w 3125549"/>
              <a:gd name="csY8" fmla="*/ 1394234 h 4074092"/>
              <a:gd name="csX9" fmla="*/ 317632 w 3125549"/>
              <a:gd name="csY9" fmla="*/ 1566252 h 4074092"/>
              <a:gd name="csX10" fmla="*/ 306196 w 3125549"/>
              <a:gd name="csY10" fmla="*/ 3898223 h 4074092"/>
              <a:gd name="csX11" fmla="*/ 158511 w 3125549"/>
              <a:gd name="csY11" fmla="*/ 4074061 h 4074092"/>
              <a:gd name="csX0" fmla="*/ 158511 w 3125549"/>
              <a:gd name="csY0" fmla="*/ 4074061 h 4074092"/>
              <a:gd name="csX1" fmla="*/ 9815 w 3125549"/>
              <a:gd name="csY1" fmla="*/ 3902044 h 4074092"/>
              <a:gd name="csX2" fmla="*/ 759 w 3125549"/>
              <a:gd name="csY2" fmla="*/ 226337 h 4074092"/>
              <a:gd name="csX3" fmla="*/ 507755 w 3125549"/>
              <a:gd name="csY3" fmla="*/ 9055 h 4074092"/>
              <a:gd name="csX4" fmla="*/ 2716799 w 3125549"/>
              <a:gd name="csY4" fmla="*/ 0 h 4074092"/>
              <a:gd name="csX5" fmla="*/ 3097047 w 3125549"/>
              <a:gd name="csY5" fmla="*/ 271606 h 4074092"/>
              <a:gd name="csX6" fmla="*/ 3097044 w 3125549"/>
              <a:gd name="csY6" fmla="*/ 1204111 h 4074092"/>
              <a:gd name="csX7" fmla="*/ 2716803 w 3125549"/>
              <a:gd name="csY7" fmla="*/ 1385183 h 4074092"/>
              <a:gd name="csX8" fmla="*/ 616396 w 3125549"/>
              <a:gd name="csY8" fmla="*/ 1394234 h 4074092"/>
              <a:gd name="csX9" fmla="*/ 317632 w 3125549"/>
              <a:gd name="csY9" fmla="*/ 1566252 h 4074092"/>
              <a:gd name="csX10" fmla="*/ 306196 w 3125549"/>
              <a:gd name="csY10" fmla="*/ 3898223 h 4074092"/>
              <a:gd name="csX11" fmla="*/ 158511 w 3125549"/>
              <a:gd name="csY11" fmla="*/ 4074061 h 40740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25549" h="4074092">
                <a:moveTo>
                  <a:pt x="158511" y="4074061"/>
                </a:moveTo>
                <a:cubicBezTo>
                  <a:pt x="109114" y="4074698"/>
                  <a:pt x="9369" y="4067096"/>
                  <a:pt x="9815" y="3902044"/>
                </a:cubicBezTo>
                <a:cubicBezTo>
                  <a:pt x="11549" y="3260280"/>
                  <a:pt x="-3489" y="880440"/>
                  <a:pt x="759" y="226337"/>
                </a:cubicBezTo>
                <a:cubicBezTo>
                  <a:pt x="2268" y="-6035"/>
                  <a:pt x="254156" y="6790"/>
                  <a:pt x="507755" y="9055"/>
                </a:cubicBezTo>
                <a:lnTo>
                  <a:pt x="2716799" y="0"/>
                </a:lnTo>
                <a:cubicBezTo>
                  <a:pt x="2985385" y="7545"/>
                  <a:pt x="3104592" y="102608"/>
                  <a:pt x="3097047" y="271606"/>
                </a:cubicBezTo>
                <a:cubicBezTo>
                  <a:pt x="3098556" y="476818"/>
                  <a:pt x="3160418" y="1018515"/>
                  <a:pt x="3097044" y="1204111"/>
                </a:cubicBezTo>
                <a:cubicBezTo>
                  <a:pt x="3033670" y="1389707"/>
                  <a:pt x="2893346" y="1376130"/>
                  <a:pt x="2716803" y="1385183"/>
                </a:cubicBezTo>
                <a:lnTo>
                  <a:pt x="616396" y="1394234"/>
                </a:lnTo>
                <a:cubicBezTo>
                  <a:pt x="369982" y="1395176"/>
                  <a:pt x="307070" y="1364058"/>
                  <a:pt x="317632" y="1566252"/>
                </a:cubicBezTo>
                <a:cubicBezTo>
                  <a:pt x="319141" y="1985729"/>
                  <a:pt x="319444" y="3467718"/>
                  <a:pt x="306196" y="3898223"/>
                </a:cubicBezTo>
                <a:cubicBezTo>
                  <a:pt x="301248" y="4059020"/>
                  <a:pt x="207908" y="4073424"/>
                  <a:pt x="158511" y="4074061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3420A3C-79A8-E16F-9A6F-BA3D087B5391}"/>
              </a:ext>
            </a:extLst>
          </p:cNvPr>
          <p:cNvSpPr/>
          <p:nvPr/>
        </p:nvSpPr>
        <p:spPr>
          <a:xfrm>
            <a:off x="6882737" y="1167897"/>
            <a:ext cx="199176" cy="19917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F17A945-F19B-661B-E69C-FF21249F21B1}"/>
              </a:ext>
            </a:extLst>
          </p:cNvPr>
          <p:cNvSpPr/>
          <p:nvPr/>
        </p:nvSpPr>
        <p:spPr>
          <a:xfrm>
            <a:off x="4149203" y="1167897"/>
            <a:ext cx="199176" cy="19917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D89EC53-E1DD-33DB-3DE8-1ED7B2B1C938}"/>
              </a:ext>
            </a:extLst>
          </p:cNvPr>
          <p:cNvSpPr/>
          <p:nvPr/>
        </p:nvSpPr>
        <p:spPr>
          <a:xfrm>
            <a:off x="6882737" y="4934485"/>
            <a:ext cx="199176" cy="19917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6607A72-7911-9EED-0181-44176112C716}"/>
              </a:ext>
            </a:extLst>
          </p:cNvPr>
          <p:cNvSpPr/>
          <p:nvPr/>
        </p:nvSpPr>
        <p:spPr>
          <a:xfrm>
            <a:off x="6560958" y="2559113"/>
            <a:ext cx="199176" cy="19917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524FC39-EBA8-57E0-EB30-9CA606D3BABF}"/>
              </a:ext>
            </a:extLst>
          </p:cNvPr>
          <p:cNvSpPr/>
          <p:nvPr/>
        </p:nvSpPr>
        <p:spPr>
          <a:xfrm>
            <a:off x="4149203" y="2207694"/>
            <a:ext cx="199176" cy="19917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B4A7D98-BDA6-FE4D-FA3B-8FD67F95AC2C}"/>
              </a:ext>
            </a:extLst>
          </p:cNvPr>
          <p:cNvSpPr/>
          <p:nvPr/>
        </p:nvSpPr>
        <p:spPr>
          <a:xfrm>
            <a:off x="5143681" y="2241851"/>
            <a:ext cx="578003" cy="505485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7BF364F5-018A-C55E-C939-E3E0A39A3EA1}"/>
              </a:ext>
            </a:extLst>
          </p:cNvPr>
          <p:cNvCxnSpPr>
            <a:cxnSpLocks/>
          </p:cNvCxnSpPr>
          <p:nvPr/>
        </p:nvCxnSpPr>
        <p:spPr>
          <a:xfrm>
            <a:off x="4493491" y="1995054"/>
            <a:ext cx="182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B62B66C-B673-3E3A-8016-61DB6846EA24}"/>
              </a:ext>
            </a:extLst>
          </p:cNvPr>
          <p:cNvCxnSpPr>
            <a:cxnSpLocks/>
          </p:cNvCxnSpPr>
          <p:nvPr/>
        </p:nvCxnSpPr>
        <p:spPr>
          <a:xfrm>
            <a:off x="7536873" y="1607127"/>
            <a:ext cx="0" cy="20227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9C0D8197-59C6-9899-92C6-761602067A94}"/>
              </a:ext>
            </a:extLst>
          </p:cNvPr>
          <p:cNvSpPr/>
          <p:nvPr/>
        </p:nvSpPr>
        <p:spPr>
          <a:xfrm>
            <a:off x="3435927" y="2180538"/>
            <a:ext cx="3943928" cy="6227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E3D271DD-C072-E0ED-1601-6D418BF83173}"/>
              </a:ext>
            </a:extLst>
          </p:cNvPr>
          <p:cNvSpPr/>
          <p:nvPr/>
        </p:nvSpPr>
        <p:spPr>
          <a:xfrm>
            <a:off x="5153221" y="2678545"/>
            <a:ext cx="224950" cy="1071419"/>
          </a:xfrm>
          <a:custGeom>
            <a:avLst/>
            <a:gdLst>
              <a:gd name="csX0" fmla="*/ 166924 w 224950"/>
              <a:gd name="csY0" fmla="*/ 0 h 1071419"/>
              <a:gd name="csX1" fmla="*/ 670 w 224950"/>
              <a:gd name="csY1" fmla="*/ 683491 h 1071419"/>
              <a:gd name="csX2" fmla="*/ 222343 w 224950"/>
              <a:gd name="csY2" fmla="*/ 628073 h 1071419"/>
              <a:gd name="csX3" fmla="*/ 102270 w 224950"/>
              <a:gd name="csY3" fmla="*/ 1071419 h 1071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4950" h="1071419">
                <a:moveTo>
                  <a:pt x="166924" y="0"/>
                </a:moveTo>
                <a:cubicBezTo>
                  <a:pt x="79179" y="289406"/>
                  <a:pt x="-8566" y="578812"/>
                  <a:pt x="670" y="683491"/>
                </a:cubicBezTo>
                <a:cubicBezTo>
                  <a:pt x="9906" y="788170"/>
                  <a:pt x="205410" y="563418"/>
                  <a:pt x="222343" y="628073"/>
                </a:cubicBezTo>
                <a:cubicBezTo>
                  <a:pt x="239276" y="692728"/>
                  <a:pt x="170773" y="882073"/>
                  <a:pt x="102270" y="107141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D5A94EE-65A3-123F-6B12-37CE36B15A41}"/>
              </a:ext>
            </a:extLst>
          </p:cNvPr>
          <p:cNvSpPr txBox="1"/>
          <p:nvPr/>
        </p:nvSpPr>
        <p:spPr>
          <a:xfrm>
            <a:off x="4588462" y="3749964"/>
            <a:ext cx="157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Stifthalterung</a:t>
            </a:r>
            <a:endParaRPr lang="de-DE" dirty="0"/>
          </a:p>
        </p:txBody>
      </p:sp>
      <p:sp>
        <p:nvSpPr>
          <p:cNvPr id="30" name="Bogen 29">
            <a:extLst>
              <a:ext uri="{FF2B5EF4-FFF2-40B4-BE49-F238E27FC236}">
                <a16:creationId xmlns:a16="http://schemas.microsoft.com/office/drawing/2014/main" id="{5776E427-B5AB-4BA6-DED5-635C32376C42}"/>
              </a:ext>
            </a:extLst>
          </p:cNvPr>
          <p:cNvSpPr/>
          <p:nvPr/>
        </p:nvSpPr>
        <p:spPr>
          <a:xfrm rot="7324303" flipV="1">
            <a:off x="3562948" y="4779473"/>
            <a:ext cx="592319" cy="599730"/>
          </a:xfrm>
          <a:prstGeom prst="arc">
            <a:avLst>
              <a:gd name="adj1" fmla="val 16200000"/>
              <a:gd name="adj2" fmla="val 9199929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Bogen 30">
            <a:extLst>
              <a:ext uri="{FF2B5EF4-FFF2-40B4-BE49-F238E27FC236}">
                <a16:creationId xmlns:a16="http://schemas.microsoft.com/office/drawing/2014/main" id="{9D804514-EDDD-1EF3-0D82-5A2377904B3B}"/>
              </a:ext>
            </a:extLst>
          </p:cNvPr>
          <p:cNvSpPr/>
          <p:nvPr/>
        </p:nvSpPr>
        <p:spPr>
          <a:xfrm rot="7324303" flipV="1">
            <a:off x="6678700" y="4729757"/>
            <a:ext cx="592319" cy="599730"/>
          </a:xfrm>
          <a:prstGeom prst="arc">
            <a:avLst>
              <a:gd name="adj1" fmla="val 16200000"/>
              <a:gd name="adj2" fmla="val 9199929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896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Breitbild</PresentationFormat>
  <Paragraphs>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cagyos@sts2.onmicrosoft.com</dc:creator>
  <cp:lastModifiedBy>cagyos@sts2.onmicrosoft.com</cp:lastModifiedBy>
  <cp:revision>2</cp:revision>
  <dcterms:created xsi:type="dcterms:W3CDTF">2026-03-25T11:18:01Z</dcterms:created>
  <dcterms:modified xsi:type="dcterms:W3CDTF">2026-06-15T05:03:57Z</dcterms:modified>
</cp:coreProperties>
</file>